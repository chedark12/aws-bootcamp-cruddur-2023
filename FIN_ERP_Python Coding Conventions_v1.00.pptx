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4.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4"/>
    <p:sldMasterId id="2147483672" r:id="rId5"/>
  </p:sldMasterIdLst>
  <p:notesMasterIdLst>
    <p:notesMasterId r:id="rId29"/>
  </p:notesMasterIdLst>
  <p:sldIdLst>
    <p:sldId id="343" r:id="rId6"/>
    <p:sldId id="2147483512" r:id="rId7"/>
    <p:sldId id="2147483511" r:id="rId8"/>
    <p:sldId id="2147483509" r:id="rId9"/>
    <p:sldId id="2147481721" r:id="rId10"/>
    <p:sldId id="2147483513" r:id="rId11"/>
    <p:sldId id="2147483514" r:id="rId12"/>
    <p:sldId id="2147483515" r:id="rId13"/>
    <p:sldId id="2147483516" r:id="rId14"/>
    <p:sldId id="2147483517" r:id="rId15"/>
    <p:sldId id="2147483518" r:id="rId16"/>
    <p:sldId id="2147483519" r:id="rId17"/>
    <p:sldId id="2147483520" r:id="rId18"/>
    <p:sldId id="2147483521" r:id="rId19"/>
    <p:sldId id="2147483522" r:id="rId20"/>
    <p:sldId id="2147483523" r:id="rId21"/>
    <p:sldId id="2147483524" r:id="rId22"/>
    <p:sldId id="2147483525" r:id="rId23"/>
    <p:sldId id="2147483526" r:id="rId24"/>
    <p:sldId id="2147483527" r:id="rId25"/>
    <p:sldId id="2147483528" r:id="rId26"/>
    <p:sldId id="2147483507" r:id="rId27"/>
    <p:sldId id="214748350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ble of Contents" id="{E4803422-BE59-4A34-82B2-04E5B7B91207}">
          <p14:sldIdLst>
            <p14:sldId id="343"/>
            <p14:sldId id="2147483512"/>
            <p14:sldId id="2147483511"/>
          </p14:sldIdLst>
        </p14:section>
        <p14:section name="1) Purpose of this guide" id="{17A973E0-7759-4626-BA7D-560CE605B40E}">
          <p14:sldIdLst>
            <p14:sldId id="2147483509"/>
            <p14:sldId id="2147481721"/>
          </p14:sldIdLst>
        </p14:section>
        <p14:section name="2) Coding conventions" id="{FDB321DF-C031-1640-B872-3FABE8730648}">
          <p14:sldIdLst>
            <p14:sldId id="2147483513"/>
            <p14:sldId id="2147483514"/>
            <p14:sldId id="2147483515"/>
            <p14:sldId id="2147483516"/>
            <p14:sldId id="2147483517"/>
            <p14:sldId id="2147483518"/>
            <p14:sldId id="2147483519"/>
            <p14:sldId id="2147483520"/>
            <p14:sldId id="2147483521"/>
            <p14:sldId id="2147483522"/>
            <p14:sldId id="2147483523"/>
            <p14:sldId id="2147483524"/>
            <p14:sldId id="2147483525"/>
            <p14:sldId id="2147483526"/>
            <p14:sldId id="2147483527"/>
            <p14:sldId id="2147483528"/>
          </p14:sldIdLst>
        </p14:section>
        <p14:section name="Changelog" id="{4B360D71-C749-46E5-A013-A2FE5F563513}">
          <p14:sldIdLst>
            <p14:sldId id="2147483507"/>
            <p14:sldId id="21474835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B3EADA"/>
    <a:srgbClr val="A6E6D1"/>
    <a:srgbClr val="B7DEE8"/>
    <a:srgbClr val="F2DCDB"/>
    <a:srgbClr val="FFFFCC"/>
    <a:srgbClr val="CDE3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8AA07A-185C-D14E-869E-DFB329A605BB}" v="13" dt="2026-03-29T05:15:14.8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16" autoAdjust="0"/>
    <p:restoredTop sz="94621"/>
  </p:normalViewPr>
  <p:slideViewPr>
    <p:cSldViewPr snapToGrid="0">
      <p:cViewPr varScale="1">
        <p:scale>
          <a:sx n="104" d="100"/>
          <a:sy n="104" d="100"/>
        </p:scale>
        <p:origin x="918" y="156"/>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OKAZU KANNO" userId="2ace999a-2284-4226-8f26-d59cdc254ad0" providerId="ADAL" clId="{664EAB6C-5B53-5779-AFE6-961A78171BA3}"/>
    <pc:docChg chg="undo custSel addSld delSld modSld sldOrd addSection delSection modSection">
      <pc:chgData name="HIROKAZU KANNO" userId="2ace999a-2284-4226-8f26-d59cdc254ad0" providerId="ADAL" clId="{664EAB6C-5B53-5779-AFE6-961A78171BA3}" dt="2026-03-29T05:15:14.854" v="2412" actId="767"/>
      <pc:docMkLst>
        <pc:docMk/>
      </pc:docMkLst>
      <pc:sldChg chg="delSp modSp mod">
        <pc:chgData name="HIROKAZU KANNO" userId="2ace999a-2284-4226-8f26-d59cdc254ad0" providerId="ADAL" clId="{664EAB6C-5B53-5779-AFE6-961A78171BA3}" dt="2026-03-29T04:18:45.443" v="1293" actId="20577"/>
        <pc:sldMkLst>
          <pc:docMk/>
          <pc:sldMk cId="2759438807" sldId="343"/>
        </pc:sldMkLst>
        <pc:spChg chg="mod">
          <ac:chgData name="HIROKAZU KANNO" userId="2ace999a-2284-4226-8f26-d59cdc254ad0" providerId="ADAL" clId="{664EAB6C-5B53-5779-AFE6-961A78171BA3}" dt="2026-03-29T04:18:45.443" v="1293" actId="20577"/>
          <ac:spMkLst>
            <pc:docMk/>
            <pc:sldMk cId="2759438807" sldId="343"/>
            <ac:spMk id="2" creationId="{4E926A21-CEF2-411C-38BE-6757D64A34F0}"/>
          </ac:spMkLst>
        </pc:spChg>
        <pc:spChg chg="mod">
          <ac:chgData name="HIROKAZU KANNO" userId="2ace999a-2284-4226-8f26-d59cdc254ad0" providerId="ADAL" clId="{664EAB6C-5B53-5779-AFE6-961A78171BA3}" dt="2026-03-29T03:17:34.206" v="29" actId="20577"/>
          <ac:spMkLst>
            <pc:docMk/>
            <pc:sldMk cId="2759438807" sldId="343"/>
            <ac:spMk id="3" creationId="{81C8084A-BDB1-34C0-E21B-1B1F11F5EA7F}"/>
          </ac:spMkLst>
        </pc:spChg>
        <pc:spChg chg="mod">
          <ac:chgData name="HIROKAZU KANNO" userId="2ace999a-2284-4226-8f26-d59cdc254ad0" providerId="ADAL" clId="{664EAB6C-5B53-5779-AFE6-961A78171BA3}" dt="2026-03-29T03:17:20.301" v="11" actId="20577"/>
          <ac:spMkLst>
            <pc:docMk/>
            <pc:sldMk cId="2759438807" sldId="343"/>
            <ac:spMk id="4" creationId="{A728A1B6-6735-4352-B28C-89AD8C006055}"/>
          </ac:spMkLst>
        </pc:spChg>
        <pc:spChg chg="del">
          <ac:chgData name="HIROKAZU KANNO" userId="2ace999a-2284-4226-8f26-d59cdc254ad0" providerId="ADAL" clId="{664EAB6C-5B53-5779-AFE6-961A78171BA3}" dt="2026-03-29T03:17:56.618" v="67" actId="478"/>
          <ac:spMkLst>
            <pc:docMk/>
            <pc:sldMk cId="2759438807" sldId="343"/>
            <ac:spMk id="5" creationId="{05351B84-A65B-B74A-4759-CE96ECB1B59E}"/>
          </ac:spMkLst>
        </pc:spChg>
        <pc:spChg chg="del">
          <ac:chgData name="HIROKAZU KANNO" userId="2ace999a-2284-4226-8f26-d59cdc254ad0" providerId="ADAL" clId="{664EAB6C-5B53-5779-AFE6-961A78171BA3}" dt="2026-03-29T03:17:59.058" v="68" actId="478"/>
          <ac:spMkLst>
            <pc:docMk/>
            <pc:sldMk cId="2759438807" sldId="343"/>
            <ac:spMk id="6" creationId="{A40F9DA1-9CB8-AAFB-92DA-B7D5AC950F0E}"/>
          </ac:spMkLst>
        </pc:spChg>
        <pc:spChg chg="del">
          <ac:chgData name="HIROKAZU KANNO" userId="2ace999a-2284-4226-8f26-d59cdc254ad0" providerId="ADAL" clId="{664EAB6C-5B53-5779-AFE6-961A78171BA3}" dt="2026-03-29T03:18:11.542" v="72" actId="478"/>
          <ac:spMkLst>
            <pc:docMk/>
            <pc:sldMk cId="2759438807" sldId="343"/>
            <ac:spMk id="7" creationId="{EBBB77EA-20E5-A7E5-5BD9-98AC94A430A6}"/>
          </ac:spMkLst>
        </pc:spChg>
        <pc:spChg chg="del">
          <ac:chgData name="HIROKAZU KANNO" userId="2ace999a-2284-4226-8f26-d59cdc254ad0" providerId="ADAL" clId="{664EAB6C-5B53-5779-AFE6-961A78171BA3}" dt="2026-03-29T03:18:00.496" v="69" actId="478"/>
          <ac:spMkLst>
            <pc:docMk/>
            <pc:sldMk cId="2759438807" sldId="343"/>
            <ac:spMk id="8" creationId="{F1D98B97-54E6-B06D-1A4A-66146197E08D}"/>
          </ac:spMkLst>
        </pc:spChg>
        <pc:spChg chg="del">
          <ac:chgData name="HIROKAZU KANNO" userId="2ace999a-2284-4226-8f26-d59cdc254ad0" providerId="ADAL" clId="{664EAB6C-5B53-5779-AFE6-961A78171BA3}" dt="2026-03-29T03:18:04.468" v="70" actId="478"/>
          <ac:spMkLst>
            <pc:docMk/>
            <pc:sldMk cId="2759438807" sldId="343"/>
            <ac:spMk id="9" creationId="{7370E15B-B389-70D3-5100-CE6ECC2E287C}"/>
          </ac:spMkLst>
        </pc:spChg>
        <pc:spChg chg="del">
          <ac:chgData name="HIROKAZU KANNO" userId="2ace999a-2284-4226-8f26-d59cdc254ad0" providerId="ADAL" clId="{664EAB6C-5B53-5779-AFE6-961A78171BA3}" dt="2026-03-29T03:18:09.609" v="71" actId="478"/>
          <ac:spMkLst>
            <pc:docMk/>
            <pc:sldMk cId="2759438807" sldId="343"/>
            <ac:spMk id="10" creationId="{1CA21DB1-0739-7FBD-A230-B0BB2A215234}"/>
          </ac:spMkLst>
        </pc:spChg>
      </pc:sldChg>
      <pc:sldChg chg="add del">
        <pc:chgData name="HIROKAZU KANNO" userId="2ace999a-2284-4226-8f26-d59cdc254ad0" providerId="ADAL" clId="{664EAB6C-5B53-5779-AFE6-961A78171BA3}" dt="2026-03-29T03:20:57.341" v="148" actId="2696"/>
        <pc:sldMkLst>
          <pc:docMk/>
          <pc:sldMk cId="557546391" sldId="2147481254"/>
        </pc:sldMkLst>
      </pc:sldChg>
      <pc:sldChg chg="modSp add mod ord">
        <pc:chgData name="HIROKAZU KANNO" userId="2ace999a-2284-4226-8f26-d59cdc254ad0" providerId="ADAL" clId="{664EAB6C-5B53-5779-AFE6-961A78171BA3}" dt="2026-03-29T03:23:09.063" v="205" actId="20577"/>
        <pc:sldMkLst>
          <pc:docMk/>
          <pc:sldMk cId="3393365710" sldId="2147481721"/>
        </pc:sldMkLst>
        <pc:spChg chg="mod">
          <ac:chgData name="HIROKAZU KANNO" userId="2ace999a-2284-4226-8f26-d59cdc254ad0" providerId="ADAL" clId="{664EAB6C-5B53-5779-AFE6-961A78171BA3}" dt="2026-03-29T03:23:09.063" v="205" actId="20577"/>
          <ac:spMkLst>
            <pc:docMk/>
            <pc:sldMk cId="3393365710" sldId="2147481721"/>
            <ac:spMk id="4" creationId="{DAE1368C-715C-E984-DE63-5283B2FAA1AE}"/>
          </ac:spMkLst>
        </pc:spChg>
        <pc:spChg chg="mod">
          <ac:chgData name="HIROKAZU KANNO" userId="2ace999a-2284-4226-8f26-d59cdc254ad0" providerId="ADAL" clId="{664EAB6C-5B53-5779-AFE6-961A78171BA3}" dt="2026-03-29T03:23:01.499" v="204" actId="20577"/>
          <ac:spMkLst>
            <pc:docMk/>
            <pc:sldMk cId="3393365710" sldId="2147481721"/>
            <ac:spMk id="9" creationId="{55066888-A30C-7FED-68C2-6D747C5FBFD5}"/>
          </ac:spMkLst>
        </pc:spChg>
      </pc:sldChg>
      <pc:sldChg chg="add del">
        <pc:chgData name="HIROKAZU KANNO" userId="2ace999a-2284-4226-8f26-d59cdc254ad0" providerId="ADAL" clId="{664EAB6C-5B53-5779-AFE6-961A78171BA3}" dt="2026-03-29T03:24:42.513" v="212" actId="2696"/>
        <pc:sldMkLst>
          <pc:docMk/>
          <pc:sldMk cId="2429003339" sldId="2147481722"/>
        </pc:sldMkLst>
      </pc:sldChg>
      <pc:sldChg chg="add del">
        <pc:chgData name="HIROKAZU KANNO" userId="2ace999a-2284-4226-8f26-d59cdc254ad0" providerId="ADAL" clId="{664EAB6C-5B53-5779-AFE6-961A78171BA3}" dt="2026-03-29T03:24:42.513" v="212" actId="2696"/>
        <pc:sldMkLst>
          <pc:docMk/>
          <pc:sldMk cId="1342251244" sldId="2147481742"/>
        </pc:sldMkLst>
      </pc:sldChg>
      <pc:sldChg chg="add del">
        <pc:chgData name="HIROKAZU KANNO" userId="2ace999a-2284-4226-8f26-d59cdc254ad0" providerId="ADAL" clId="{664EAB6C-5B53-5779-AFE6-961A78171BA3}" dt="2026-03-29T03:24:42.513" v="212" actId="2696"/>
        <pc:sldMkLst>
          <pc:docMk/>
          <pc:sldMk cId="3596271366" sldId="2147481747"/>
        </pc:sldMkLst>
      </pc:sldChg>
      <pc:sldChg chg="add del">
        <pc:chgData name="HIROKAZU KANNO" userId="2ace999a-2284-4226-8f26-d59cdc254ad0" providerId="ADAL" clId="{664EAB6C-5B53-5779-AFE6-961A78171BA3}" dt="2026-03-29T03:24:42.513" v="212" actId="2696"/>
        <pc:sldMkLst>
          <pc:docMk/>
          <pc:sldMk cId="3105566352" sldId="2147481748"/>
        </pc:sldMkLst>
      </pc:sldChg>
      <pc:sldChg chg="add del">
        <pc:chgData name="HIROKAZU KANNO" userId="2ace999a-2284-4226-8f26-d59cdc254ad0" providerId="ADAL" clId="{664EAB6C-5B53-5779-AFE6-961A78171BA3}" dt="2026-03-29T03:24:42.513" v="212" actId="2696"/>
        <pc:sldMkLst>
          <pc:docMk/>
          <pc:sldMk cId="2799974213" sldId="2147481749"/>
        </pc:sldMkLst>
      </pc:sldChg>
      <pc:sldChg chg="add del">
        <pc:chgData name="HIROKAZU KANNO" userId="2ace999a-2284-4226-8f26-d59cdc254ad0" providerId="ADAL" clId="{664EAB6C-5B53-5779-AFE6-961A78171BA3}" dt="2026-03-29T03:24:42.513" v="212" actId="2696"/>
        <pc:sldMkLst>
          <pc:docMk/>
          <pc:sldMk cId="3134033159" sldId="2147481750"/>
        </pc:sldMkLst>
      </pc:sldChg>
      <pc:sldChg chg="add del">
        <pc:chgData name="HIROKAZU KANNO" userId="2ace999a-2284-4226-8f26-d59cdc254ad0" providerId="ADAL" clId="{664EAB6C-5B53-5779-AFE6-961A78171BA3}" dt="2026-03-29T03:24:42.513" v="212" actId="2696"/>
        <pc:sldMkLst>
          <pc:docMk/>
          <pc:sldMk cId="234298609" sldId="2147481751"/>
        </pc:sldMkLst>
      </pc:sldChg>
      <pc:sldChg chg="add del">
        <pc:chgData name="HIROKAZU KANNO" userId="2ace999a-2284-4226-8f26-d59cdc254ad0" providerId="ADAL" clId="{664EAB6C-5B53-5779-AFE6-961A78171BA3}" dt="2026-03-29T03:24:42.513" v="212" actId="2696"/>
        <pc:sldMkLst>
          <pc:docMk/>
          <pc:sldMk cId="3347920894" sldId="2147481752"/>
        </pc:sldMkLst>
      </pc:sldChg>
      <pc:sldChg chg="add del">
        <pc:chgData name="HIROKAZU KANNO" userId="2ace999a-2284-4226-8f26-d59cdc254ad0" providerId="ADAL" clId="{664EAB6C-5B53-5779-AFE6-961A78171BA3}" dt="2026-03-29T03:24:42.513" v="212" actId="2696"/>
        <pc:sldMkLst>
          <pc:docMk/>
          <pc:sldMk cId="4064320221" sldId="2147481753"/>
        </pc:sldMkLst>
      </pc:sldChg>
      <pc:sldChg chg="add del">
        <pc:chgData name="HIROKAZU KANNO" userId="2ace999a-2284-4226-8f26-d59cdc254ad0" providerId="ADAL" clId="{664EAB6C-5B53-5779-AFE6-961A78171BA3}" dt="2026-03-29T03:24:42.513" v="212" actId="2696"/>
        <pc:sldMkLst>
          <pc:docMk/>
          <pc:sldMk cId="1262477164" sldId="2147481754"/>
        </pc:sldMkLst>
      </pc:sldChg>
      <pc:sldChg chg="add del">
        <pc:chgData name="HIROKAZU KANNO" userId="2ace999a-2284-4226-8f26-d59cdc254ad0" providerId="ADAL" clId="{664EAB6C-5B53-5779-AFE6-961A78171BA3}" dt="2026-03-29T03:24:42.513" v="212" actId="2696"/>
        <pc:sldMkLst>
          <pc:docMk/>
          <pc:sldMk cId="1617717247" sldId="2147481755"/>
        </pc:sldMkLst>
      </pc:sldChg>
      <pc:sldChg chg="add del">
        <pc:chgData name="HIROKAZU KANNO" userId="2ace999a-2284-4226-8f26-d59cdc254ad0" providerId="ADAL" clId="{664EAB6C-5B53-5779-AFE6-961A78171BA3}" dt="2026-03-29T03:24:42.513" v="212" actId="2696"/>
        <pc:sldMkLst>
          <pc:docMk/>
          <pc:sldMk cId="934711739" sldId="2147481756"/>
        </pc:sldMkLst>
      </pc:sldChg>
      <pc:sldChg chg="add del">
        <pc:chgData name="HIROKAZU KANNO" userId="2ace999a-2284-4226-8f26-d59cdc254ad0" providerId="ADAL" clId="{664EAB6C-5B53-5779-AFE6-961A78171BA3}" dt="2026-03-29T03:24:42.513" v="212" actId="2696"/>
        <pc:sldMkLst>
          <pc:docMk/>
          <pc:sldMk cId="1727606453" sldId="2147481757"/>
        </pc:sldMkLst>
      </pc:sldChg>
      <pc:sldChg chg="add del">
        <pc:chgData name="HIROKAZU KANNO" userId="2ace999a-2284-4226-8f26-d59cdc254ad0" providerId="ADAL" clId="{664EAB6C-5B53-5779-AFE6-961A78171BA3}" dt="2026-03-29T03:24:42.513" v="212" actId="2696"/>
        <pc:sldMkLst>
          <pc:docMk/>
          <pc:sldMk cId="4140559340" sldId="2147481758"/>
        </pc:sldMkLst>
      </pc:sldChg>
      <pc:sldChg chg="add del">
        <pc:chgData name="HIROKAZU KANNO" userId="2ace999a-2284-4226-8f26-d59cdc254ad0" providerId="ADAL" clId="{664EAB6C-5B53-5779-AFE6-961A78171BA3}" dt="2026-03-29T03:24:42.513" v="212" actId="2696"/>
        <pc:sldMkLst>
          <pc:docMk/>
          <pc:sldMk cId="3691860448" sldId="2147481759"/>
        </pc:sldMkLst>
      </pc:sldChg>
      <pc:sldChg chg="add del">
        <pc:chgData name="HIROKAZU KANNO" userId="2ace999a-2284-4226-8f26-d59cdc254ad0" providerId="ADAL" clId="{664EAB6C-5B53-5779-AFE6-961A78171BA3}" dt="2026-03-29T03:24:42.513" v="212" actId="2696"/>
        <pc:sldMkLst>
          <pc:docMk/>
          <pc:sldMk cId="2217280919" sldId="2147481760"/>
        </pc:sldMkLst>
      </pc:sldChg>
      <pc:sldChg chg="add del">
        <pc:chgData name="HIROKAZU KANNO" userId="2ace999a-2284-4226-8f26-d59cdc254ad0" providerId="ADAL" clId="{664EAB6C-5B53-5779-AFE6-961A78171BA3}" dt="2026-03-29T03:24:42.513" v="212" actId="2696"/>
        <pc:sldMkLst>
          <pc:docMk/>
          <pc:sldMk cId="440292962" sldId="2147481770"/>
        </pc:sldMkLst>
      </pc:sldChg>
      <pc:sldChg chg="add del">
        <pc:chgData name="HIROKAZU KANNO" userId="2ace999a-2284-4226-8f26-d59cdc254ad0" providerId="ADAL" clId="{664EAB6C-5B53-5779-AFE6-961A78171BA3}" dt="2026-03-29T03:24:42.513" v="212" actId="2696"/>
        <pc:sldMkLst>
          <pc:docMk/>
          <pc:sldMk cId="3768288733" sldId="2147481771"/>
        </pc:sldMkLst>
      </pc:sldChg>
      <pc:sldChg chg="add del">
        <pc:chgData name="HIROKAZU KANNO" userId="2ace999a-2284-4226-8f26-d59cdc254ad0" providerId="ADAL" clId="{664EAB6C-5B53-5779-AFE6-961A78171BA3}" dt="2026-03-29T03:24:42.513" v="212" actId="2696"/>
        <pc:sldMkLst>
          <pc:docMk/>
          <pc:sldMk cId="1245204124" sldId="2147481773"/>
        </pc:sldMkLst>
      </pc:sldChg>
      <pc:sldChg chg="del">
        <pc:chgData name="HIROKAZU KANNO" userId="2ace999a-2284-4226-8f26-d59cdc254ad0" providerId="ADAL" clId="{664EAB6C-5B53-5779-AFE6-961A78171BA3}" dt="2026-03-29T05:10:37.792" v="2368" actId="2696"/>
        <pc:sldMkLst>
          <pc:docMk/>
          <pc:sldMk cId="1164663405" sldId="2147483502"/>
        </pc:sldMkLst>
      </pc:sldChg>
      <pc:sldChg chg="del">
        <pc:chgData name="HIROKAZU KANNO" userId="2ace999a-2284-4226-8f26-d59cdc254ad0" providerId="ADAL" clId="{664EAB6C-5B53-5779-AFE6-961A78171BA3}" dt="2026-03-29T03:24:42.513" v="212" actId="2696"/>
        <pc:sldMkLst>
          <pc:docMk/>
          <pc:sldMk cId="3489119991" sldId="2147483504"/>
        </pc:sldMkLst>
      </pc:sldChg>
      <pc:sldChg chg="delSp modSp mod">
        <pc:chgData name="HIROKAZU KANNO" userId="2ace999a-2284-4226-8f26-d59cdc254ad0" providerId="ADAL" clId="{664EAB6C-5B53-5779-AFE6-961A78171BA3}" dt="2026-03-29T03:25:08.789" v="234" actId="478"/>
        <pc:sldMkLst>
          <pc:docMk/>
          <pc:sldMk cId="2783996485" sldId="2147483507"/>
        </pc:sldMkLst>
        <pc:spChg chg="del">
          <ac:chgData name="HIROKAZU KANNO" userId="2ace999a-2284-4226-8f26-d59cdc254ad0" providerId="ADAL" clId="{664EAB6C-5B53-5779-AFE6-961A78171BA3}" dt="2026-03-29T03:25:08.789" v="234" actId="478"/>
          <ac:spMkLst>
            <pc:docMk/>
            <pc:sldMk cId="2783996485" sldId="2147483507"/>
            <ac:spMk id="2" creationId="{A37EC9C0-CDE2-6C3F-3469-2B0AEA0CDA1F}"/>
          </ac:spMkLst>
        </pc:spChg>
        <pc:graphicFrameChg chg="modGraphic">
          <ac:chgData name="HIROKAZU KANNO" userId="2ace999a-2284-4226-8f26-d59cdc254ad0" providerId="ADAL" clId="{664EAB6C-5B53-5779-AFE6-961A78171BA3}" dt="2026-03-29T03:25:06.619" v="233" actId="6549"/>
          <ac:graphicFrameMkLst>
            <pc:docMk/>
            <pc:sldMk cId="2783996485" sldId="2147483507"/>
            <ac:graphicFrameMk id="5" creationId="{8612BBDA-C8D0-6029-4D39-2D28B5C144F5}"/>
          </ac:graphicFrameMkLst>
        </pc:graphicFrameChg>
      </pc:sldChg>
      <pc:sldChg chg="delSp modSp mod">
        <pc:chgData name="HIROKAZU KANNO" userId="2ace999a-2284-4226-8f26-d59cdc254ad0" providerId="ADAL" clId="{664EAB6C-5B53-5779-AFE6-961A78171BA3}" dt="2026-03-29T03:20:43.350" v="147" actId="478"/>
        <pc:sldMkLst>
          <pc:docMk/>
          <pc:sldMk cId="2232283489" sldId="2147483509"/>
        </pc:sldMkLst>
        <pc:spChg chg="mod">
          <ac:chgData name="HIROKAZU KANNO" userId="2ace999a-2284-4226-8f26-d59cdc254ad0" providerId="ADAL" clId="{664EAB6C-5B53-5779-AFE6-961A78171BA3}" dt="2026-03-29T03:20:40.354" v="146" actId="20577"/>
          <ac:spMkLst>
            <pc:docMk/>
            <pc:sldMk cId="2232283489" sldId="2147483509"/>
            <ac:spMk id="5" creationId="{68C16684-1963-9D31-C49B-36721E67FA21}"/>
          </ac:spMkLst>
        </pc:spChg>
        <pc:spChg chg="del">
          <ac:chgData name="HIROKAZU KANNO" userId="2ace999a-2284-4226-8f26-d59cdc254ad0" providerId="ADAL" clId="{664EAB6C-5B53-5779-AFE6-961A78171BA3}" dt="2026-03-29T03:20:43.350" v="147" actId="478"/>
          <ac:spMkLst>
            <pc:docMk/>
            <pc:sldMk cId="2232283489" sldId="2147483509"/>
            <ac:spMk id="6" creationId="{01BAF57E-20A7-385F-587A-BC29C0233F2C}"/>
          </ac:spMkLst>
        </pc:spChg>
      </pc:sldChg>
      <pc:sldChg chg="del">
        <pc:chgData name="HIROKAZU KANNO" userId="2ace999a-2284-4226-8f26-d59cdc254ad0" providerId="ADAL" clId="{664EAB6C-5B53-5779-AFE6-961A78171BA3}" dt="2026-03-29T03:38:49.456" v="295" actId="2696"/>
        <pc:sldMkLst>
          <pc:docMk/>
          <pc:sldMk cId="4217063887" sldId="2147483510"/>
        </pc:sldMkLst>
      </pc:sldChg>
      <pc:sldChg chg="addSp delSp modSp mod">
        <pc:chgData name="HIROKAZU KANNO" userId="2ace999a-2284-4226-8f26-d59cdc254ad0" providerId="ADAL" clId="{664EAB6C-5B53-5779-AFE6-961A78171BA3}" dt="2026-03-29T05:10:58.243" v="2372" actId="1076"/>
        <pc:sldMkLst>
          <pc:docMk/>
          <pc:sldMk cId="2177529876" sldId="2147483511"/>
        </pc:sldMkLst>
        <pc:spChg chg="mod">
          <ac:chgData name="HIROKAZU KANNO" userId="2ace999a-2284-4226-8f26-d59cdc254ad0" providerId="ADAL" clId="{664EAB6C-5B53-5779-AFE6-961A78171BA3}" dt="2026-03-29T03:19:52.945" v="84" actId="255"/>
          <ac:spMkLst>
            <pc:docMk/>
            <pc:sldMk cId="2177529876" sldId="2147483511"/>
            <ac:spMk id="2" creationId="{09743CB3-6BC4-63F4-9278-0C336D689B33}"/>
          </ac:spMkLst>
        </pc:spChg>
        <pc:spChg chg="del">
          <ac:chgData name="HIROKAZU KANNO" userId="2ace999a-2284-4226-8f26-d59cdc254ad0" providerId="ADAL" clId="{664EAB6C-5B53-5779-AFE6-961A78171BA3}" dt="2026-03-29T03:20:06.337" v="89" actId="478"/>
          <ac:spMkLst>
            <pc:docMk/>
            <pc:sldMk cId="2177529876" sldId="2147483511"/>
            <ac:spMk id="3" creationId="{A11FF052-3462-36EE-DC00-021BA2A2D1C1}"/>
          </ac:spMkLst>
        </pc:spChg>
        <pc:spChg chg="add mod">
          <ac:chgData name="HIROKAZU KANNO" userId="2ace999a-2284-4226-8f26-d59cdc254ad0" providerId="ADAL" clId="{664EAB6C-5B53-5779-AFE6-961A78171BA3}" dt="2026-03-29T05:10:58.243" v="2372" actId="1076"/>
          <ac:spMkLst>
            <pc:docMk/>
            <pc:sldMk cId="2177529876" sldId="2147483511"/>
            <ac:spMk id="5" creationId="{5F0E05A8-9718-0DA0-0E42-F999051F870B}"/>
          </ac:spMkLst>
        </pc:spChg>
        <pc:spChg chg="add del mod">
          <ac:chgData name="HIROKAZU KANNO" userId="2ace999a-2284-4226-8f26-d59cdc254ad0" providerId="ADAL" clId="{664EAB6C-5B53-5779-AFE6-961A78171BA3}" dt="2026-03-29T05:10:50.332" v="2370" actId="478"/>
          <ac:spMkLst>
            <pc:docMk/>
            <pc:sldMk cId="2177529876" sldId="2147483511"/>
            <ac:spMk id="6" creationId="{8C08D216-5EE6-85BC-8888-86E0DDEAC9BB}"/>
          </ac:spMkLst>
        </pc:spChg>
      </pc:sldChg>
      <pc:sldChg chg="addSp delSp modSp mod">
        <pc:chgData name="HIROKAZU KANNO" userId="2ace999a-2284-4226-8f26-d59cdc254ad0" providerId="ADAL" clId="{664EAB6C-5B53-5779-AFE6-961A78171BA3}" dt="2026-03-29T05:15:14.854" v="2412" actId="767"/>
        <pc:sldMkLst>
          <pc:docMk/>
          <pc:sldMk cId="267206598" sldId="2147483512"/>
        </pc:sldMkLst>
        <pc:spChg chg="del">
          <ac:chgData name="HIROKAZU KANNO" userId="2ace999a-2284-4226-8f26-d59cdc254ad0" providerId="ADAL" clId="{664EAB6C-5B53-5779-AFE6-961A78171BA3}" dt="2026-03-29T04:52:49.714" v="2220" actId="478"/>
          <ac:spMkLst>
            <pc:docMk/>
            <pc:sldMk cId="267206598" sldId="2147483512"/>
            <ac:spMk id="2" creationId="{DBF3DE34-2E29-04CD-D9AF-0FF2A9280743}"/>
          </ac:spMkLst>
        </pc:spChg>
        <pc:spChg chg="add mod">
          <ac:chgData name="HIROKAZU KANNO" userId="2ace999a-2284-4226-8f26-d59cdc254ad0" providerId="ADAL" clId="{664EAB6C-5B53-5779-AFE6-961A78171BA3}" dt="2026-03-29T05:15:14.854" v="2412" actId="767"/>
          <ac:spMkLst>
            <pc:docMk/>
            <pc:sldMk cId="267206598" sldId="2147483512"/>
            <ac:spMk id="3" creationId="{3603608F-8078-4814-6F0A-6CFB28678219}"/>
          </ac:spMkLst>
        </pc:spChg>
        <pc:spChg chg="del mod">
          <ac:chgData name="HIROKAZU KANNO" userId="2ace999a-2284-4226-8f26-d59cdc254ad0" providerId="ADAL" clId="{664EAB6C-5B53-5779-AFE6-961A78171BA3}" dt="2026-03-29T04:10:53.108" v="871" actId="478"/>
          <ac:spMkLst>
            <pc:docMk/>
            <pc:sldMk cId="267206598" sldId="2147483512"/>
            <ac:spMk id="8" creationId="{20F3BB26-E417-3D7B-16FA-A82C2D45DDF8}"/>
          </ac:spMkLst>
        </pc:spChg>
        <pc:graphicFrameChg chg="modGraphic">
          <ac:chgData name="HIROKAZU KANNO" userId="2ace999a-2284-4226-8f26-d59cdc254ad0" providerId="ADAL" clId="{664EAB6C-5B53-5779-AFE6-961A78171BA3}" dt="2026-03-29T04:54:07.380" v="2285" actId="20577"/>
          <ac:graphicFrameMkLst>
            <pc:docMk/>
            <pc:sldMk cId="267206598" sldId="2147483512"/>
            <ac:graphicFrameMk id="7" creationId="{F3BFC82D-4E50-1524-D14D-C08505204A98}"/>
          </ac:graphicFrameMkLst>
        </pc:graphicFrameChg>
      </pc:sldChg>
      <pc:sldChg chg="modSp add mod">
        <pc:chgData name="HIROKAZU KANNO" userId="2ace999a-2284-4226-8f26-d59cdc254ad0" providerId="ADAL" clId="{664EAB6C-5B53-5779-AFE6-961A78171BA3}" dt="2026-03-29T05:02:59.398" v="2366" actId="20577"/>
        <pc:sldMkLst>
          <pc:docMk/>
          <pc:sldMk cId="2964822157" sldId="2147483513"/>
        </pc:sldMkLst>
        <pc:spChg chg="mod">
          <ac:chgData name="HIROKAZU KANNO" userId="2ace999a-2284-4226-8f26-d59cdc254ad0" providerId="ADAL" clId="{664EAB6C-5B53-5779-AFE6-961A78171BA3}" dt="2026-03-29T05:02:59.398" v="2366" actId="20577"/>
          <ac:spMkLst>
            <pc:docMk/>
            <pc:sldMk cId="2964822157" sldId="2147483513"/>
            <ac:spMk id="5" creationId="{F0C729C9-4D59-E618-D696-4DC15217FB6B}"/>
          </ac:spMkLst>
        </pc:spChg>
      </pc:sldChg>
      <pc:sldChg chg="delSp modSp add mod">
        <pc:chgData name="HIROKAZU KANNO" userId="2ace999a-2284-4226-8f26-d59cdc254ad0" providerId="ADAL" clId="{664EAB6C-5B53-5779-AFE6-961A78171BA3}" dt="2026-03-29T04:44:15.863" v="2103" actId="313"/>
        <pc:sldMkLst>
          <pc:docMk/>
          <pc:sldMk cId="1639980376" sldId="2147483514"/>
        </pc:sldMkLst>
        <pc:spChg chg="mod">
          <ac:chgData name="HIROKAZU KANNO" userId="2ace999a-2284-4226-8f26-d59cdc254ad0" providerId="ADAL" clId="{664EAB6C-5B53-5779-AFE6-961A78171BA3}" dt="2026-03-29T03:34:19.437" v="244" actId="208"/>
          <ac:spMkLst>
            <pc:docMk/>
            <pc:sldMk cId="1639980376" sldId="2147483514"/>
            <ac:spMk id="2" creationId="{AA47F0BB-236E-C398-4E4D-1D6E302BD3D5}"/>
          </ac:spMkLst>
        </pc:spChg>
        <pc:spChg chg="mod">
          <ac:chgData name="HIROKAZU KANNO" userId="2ace999a-2284-4226-8f26-d59cdc254ad0" providerId="ADAL" clId="{664EAB6C-5B53-5779-AFE6-961A78171BA3}" dt="2026-03-29T04:44:14.265" v="2102" actId="313"/>
          <ac:spMkLst>
            <pc:docMk/>
            <pc:sldMk cId="1639980376" sldId="2147483514"/>
            <ac:spMk id="5" creationId="{00A9FF05-D566-1CC7-0095-788D31F758F8}"/>
          </ac:spMkLst>
        </pc:spChg>
        <pc:spChg chg="mod">
          <ac:chgData name="HIROKAZU KANNO" userId="2ace999a-2284-4226-8f26-d59cdc254ad0" providerId="ADAL" clId="{664EAB6C-5B53-5779-AFE6-961A78171BA3}" dt="2026-03-29T03:34:19.437" v="244" actId="208"/>
          <ac:spMkLst>
            <pc:docMk/>
            <pc:sldMk cId="1639980376" sldId="2147483514"/>
            <ac:spMk id="7" creationId="{0CA7C7D8-5AA1-E067-09C6-C098DAF568D6}"/>
          </ac:spMkLst>
        </pc:spChg>
        <pc:spChg chg="mod">
          <ac:chgData name="HIROKAZU KANNO" userId="2ace999a-2284-4226-8f26-d59cdc254ad0" providerId="ADAL" clId="{664EAB6C-5B53-5779-AFE6-961A78171BA3}" dt="2026-03-29T03:29:27.767" v="239" actId="1037"/>
          <ac:spMkLst>
            <pc:docMk/>
            <pc:sldMk cId="1639980376" sldId="2147483514"/>
            <ac:spMk id="9" creationId="{9C6DE8D0-7F2C-413A-0AAE-91015F3F4C42}"/>
          </ac:spMkLst>
        </pc:spChg>
        <pc:spChg chg="mod">
          <ac:chgData name="HIROKAZU KANNO" userId="2ace999a-2284-4226-8f26-d59cdc254ad0" providerId="ADAL" clId="{664EAB6C-5B53-5779-AFE6-961A78171BA3}" dt="2026-03-29T04:44:15.863" v="2103" actId="313"/>
          <ac:spMkLst>
            <pc:docMk/>
            <pc:sldMk cId="1639980376" sldId="2147483514"/>
            <ac:spMk id="10" creationId="{32095857-78C9-F098-0111-C32F3BF1AEA5}"/>
          </ac:spMkLst>
        </pc:spChg>
        <pc:spChg chg="mod">
          <ac:chgData name="HIROKAZU KANNO" userId="2ace999a-2284-4226-8f26-d59cdc254ad0" providerId="ADAL" clId="{664EAB6C-5B53-5779-AFE6-961A78171BA3}" dt="2026-03-29T03:34:19.437" v="244" actId="208"/>
          <ac:spMkLst>
            <pc:docMk/>
            <pc:sldMk cId="1639980376" sldId="2147483514"/>
            <ac:spMk id="12" creationId="{C6222665-B8A3-9B17-540C-4688919CC87C}"/>
          </ac:spMkLst>
        </pc:spChg>
        <pc:spChg chg="mod">
          <ac:chgData name="HIROKAZU KANNO" userId="2ace999a-2284-4226-8f26-d59cdc254ad0" providerId="ADAL" clId="{664EAB6C-5B53-5779-AFE6-961A78171BA3}" dt="2026-03-29T03:34:19.437" v="244" actId="208"/>
          <ac:spMkLst>
            <pc:docMk/>
            <pc:sldMk cId="1639980376" sldId="2147483514"/>
            <ac:spMk id="14" creationId="{CF0F45F5-FA12-A4DD-299D-0217C98C1800}"/>
          </ac:spMkLst>
        </pc:spChg>
        <pc:spChg chg="del">
          <ac:chgData name="HIROKAZU KANNO" userId="2ace999a-2284-4226-8f26-d59cdc254ad0" providerId="ADAL" clId="{664EAB6C-5B53-5779-AFE6-961A78171BA3}" dt="2026-03-29T03:36:05.935" v="249" actId="478"/>
          <ac:spMkLst>
            <pc:docMk/>
            <pc:sldMk cId="1639980376" sldId="2147483514"/>
            <ac:spMk id="16" creationId="{5AC1DDFB-B144-F168-98E1-F9C4309AEF93}"/>
          </ac:spMkLst>
        </pc:spChg>
      </pc:sldChg>
      <pc:sldChg chg="delSp modSp add mod">
        <pc:chgData name="HIROKAZU KANNO" userId="2ace999a-2284-4226-8f26-d59cdc254ad0" providerId="ADAL" clId="{664EAB6C-5B53-5779-AFE6-961A78171BA3}" dt="2026-03-29T05:11:15.018" v="2373" actId="208"/>
        <pc:sldMkLst>
          <pc:docMk/>
          <pc:sldMk cId="3194374061" sldId="2147483515"/>
        </pc:sldMkLst>
        <pc:spChg chg="del">
          <ac:chgData name="HIROKAZU KANNO" userId="2ace999a-2284-4226-8f26-d59cdc254ad0" providerId="ADAL" clId="{664EAB6C-5B53-5779-AFE6-961A78171BA3}" dt="2026-03-29T03:36:11.889" v="250" actId="478"/>
          <ac:spMkLst>
            <pc:docMk/>
            <pc:sldMk cId="3194374061" sldId="2147483515"/>
            <ac:spMk id="6" creationId="{508A2C9F-B6AE-A63A-FFA6-2A5BB2906040}"/>
          </ac:spMkLst>
        </pc:spChg>
        <pc:spChg chg="mod">
          <ac:chgData name="HIROKAZU KANNO" userId="2ace999a-2284-4226-8f26-d59cdc254ad0" providerId="ADAL" clId="{664EAB6C-5B53-5779-AFE6-961A78171BA3}" dt="2026-03-29T04:18:31.422" v="1282" actId="20577"/>
          <ac:spMkLst>
            <pc:docMk/>
            <pc:sldMk cId="3194374061" sldId="2147483515"/>
            <ac:spMk id="9" creationId="{F0CDF048-CE44-8D55-F514-2237E153C242}"/>
          </ac:spMkLst>
        </pc:spChg>
        <pc:spChg chg="mod">
          <ac:chgData name="HIROKAZU KANNO" userId="2ace999a-2284-4226-8f26-d59cdc254ad0" providerId="ADAL" clId="{664EAB6C-5B53-5779-AFE6-961A78171BA3}" dt="2026-03-29T03:36:39.602" v="260" actId="1035"/>
          <ac:spMkLst>
            <pc:docMk/>
            <pc:sldMk cId="3194374061" sldId="2147483515"/>
            <ac:spMk id="16" creationId="{DE9A5373-5826-721B-A74E-5E01A013E327}"/>
          </ac:spMkLst>
        </pc:spChg>
        <pc:spChg chg="mod">
          <ac:chgData name="HIROKAZU KANNO" userId="2ace999a-2284-4226-8f26-d59cdc254ad0" providerId="ADAL" clId="{664EAB6C-5B53-5779-AFE6-961A78171BA3}" dt="2026-03-29T05:11:15.018" v="2373" actId="208"/>
          <ac:spMkLst>
            <pc:docMk/>
            <pc:sldMk cId="3194374061" sldId="2147483515"/>
            <ac:spMk id="17" creationId="{D55630A2-592C-20F2-02B4-1ADE07359884}"/>
          </ac:spMkLst>
        </pc:spChg>
      </pc:sldChg>
      <pc:sldChg chg="delSp modSp add mod">
        <pc:chgData name="HIROKAZU KANNO" userId="2ace999a-2284-4226-8f26-d59cdc254ad0" providerId="ADAL" clId="{664EAB6C-5B53-5779-AFE6-961A78171BA3}" dt="2026-03-29T05:11:26.089" v="2375" actId="208"/>
        <pc:sldMkLst>
          <pc:docMk/>
          <pc:sldMk cId="2346108368" sldId="2147483516"/>
        </pc:sldMkLst>
        <pc:spChg chg="mod">
          <ac:chgData name="HIROKAZU KANNO" userId="2ace999a-2284-4226-8f26-d59cdc254ad0" providerId="ADAL" clId="{664EAB6C-5B53-5779-AFE6-961A78171BA3}" dt="2026-03-29T05:11:26.089" v="2375" actId="208"/>
          <ac:spMkLst>
            <pc:docMk/>
            <pc:sldMk cId="2346108368" sldId="2147483516"/>
            <ac:spMk id="2" creationId="{11D767CD-5604-7512-ACC5-0329DD128D52}"/>
          </ac:spMkLst>
        </pc:spChg>
        <pc:spChg chg="mod">
          <ac:chgData name="HIROKAZU KANNO" userId="2ace999a-2284-4226-8f26-d59cdc254ad0" providerId="ADAL" clId="{664EAB6C-5B53-5779-AFE6-961A78171BA3}" dt="2026-03-29T03:38:31.745" v="294" actId="1076"/>
          <ac:spMkLst>
            <pc:docMk/>
            <pc:sldMk cId="2346108368" sldId="2147483516"/>
            <ac:spMk id="3" creationId="{188339E3-8479-363F-B44B-DD1A3533B075}"/>
          </ac:spMkLst>
        </pc:spChg>
        <pc:spChg chg="mod">
          <ac:chgData name="HIROKAZU KANNO" userId="2ace999a-2284-4226-8f26-d59cdc254ad0" providerId="ADAL" clId="{664EAB6C-5B53-5779-AFE6-961A78171BA3}" dt="2026-03-29T05:11:23.208" v="2374" actId="208"/>
          <ac:spMkLst>
            <pc:docMk/>
            <pc:sldMk cId="2346108368" sldId="2147483516"/>
            <ac:spMk id="5" creationId="{E7CDEA45-C26F-FBE0-A3C9-9C4D0407C7A0}"/>
          </ac:spMkLst>
        </pc:spChg>
        <pc:spChg chg="del">
          <ac:chgData name="HIROKAZU KANNO" userId="2ace999a-2284-4226-8f26-d59cdc254ad0" providerId="ADAL" clId="{664EAB6C-5B53-5779-AFE6-961A78171BA3}" dt="2026-03-29T03:36:16.124" v="251" actId="478"/>
          <ac:spMkLst>
            <pc:docMk/>
            <pc:sldMk cId="2346108368" sldId="2147483516"/>
            <ac:spMk id="6" creationId="{449DA931-1C62-AF0A-3508-6F515FC6B28B}"/>
          </ac:spMkLst>
        </pc:spChg>
        <pc:spChg chg="mod">
          <ac:chgData name="HIROKAZU KANNO" userId="2ace999a-2284-4226-8f26-d59cdc254ad0" providerId="ADAL" clId="{664EAB6C-5B53-5779-AFE6-961A78171BA3}" dt="2026-03-29T03:37:00.226" v="270" actId="1035"/>
          <ac:spMkLst>
            <pc:docMk/>
            <pc:sldMk cId="2346108368" sldId="2147483516"/>
            <ac:spMk id="7" creationId="{77AE2240-C45A-2D36-D734-F7976D746962}"/>
          </ac:spMkLst>
        </pc:spChg>
        <pc:spChg chg="mod">
          <ac:chgData name="HIROKAZU KANNO" userId="2ace999a-2284-4226-8f26-d59cdc254ad0" providerId="ADAL" clId="{664EAB6C-5B53-5779-AFE6-961A78171BA3}" dt="2026-03-29T04:20:47.334" v="1321" actId="20577"/>
          <ac:spMkLst>
            <pc:docMk/>
            <pc:sldMk cId="2346108368" sldId="2147483516"/>
            <ac:spMk id="9" creationId="{353860F2-4CCB-0151-5A06-2AA114545E6B}"/>
          </ac:spMkLst>
        </pc:spChg>
      </pc:sldChg>
      <pc:sldChg chg="addSp delSp modSp add mod">
        <pc:chgData name="HIROKAZU KANNO" userId="2ace999a-2284-4226-8f26-d59cdc254ad0" providerId="ADAL" clId="{664EAB6C-5B53-5779-AFE6-961A78171BA3}" dt="2026-03-29T05:11:47.051" v="2378" actId="208"/>
        <pc:sldMkLst>
          <pc:docMk/>
          <pc:sldMk cId="818300689" sldId="2147483517"/>
        </pc:sldMkLst>
        <pc:spChg chg="mod">
          <ac:chgData name="HIROKAZU KANNO" userId="2ace999a-2284-4226-8f26-d59cdc254ad0" providerId="ADAL" clId="{664EAB6C-5B53-5779-AFE6-961A78171BA3}" dt="2026-03-29T05:11:36.032" v="2377" actId="208"/>
          <ac:spMkLst>
            <pc:docMk/>
            <pc:sldMk cId="818300689" sldId="2147483517"/>
            <ac:spMk id="2" creationId="{DA00CEB9-C787-18BF-84E2-3523012E9F70}"/>
          </ac:spMkLst>
        </pc:spChg>
        <pc:spChg chg="mod">
          <ac:chgData name="HIROKAZU KANNO" userId="2ace999a-2284-4226-8f26-d59cdc254ad0" providerId="ADAL" clId="{664EAB6C-5B53-5779-AFE6-961A78171BA3}" dt="2026-03-29T04:16:09.752" v="1232" actId="14100"/>
          <ac:spMkLst>
            <pc:docMk/>
            <pc:sldMk cId="818300689" sldId="2147483517"/>
            <ac:spMk id="3" creationId="{85458B1F-5084-B370-0929-37FC3AE54BC6}"/>
          </ac:spMkLst>
        </pc:spChg>
        <pc:spChg chg="mod">
          <ac:chgData name="HIROKAZU KANNO" userId="2ace999a-2284-4226-8f26-d59cdc254ad0" providerId="ADAL" clId="{664EAB6C-5B53-5779-AFE6-961A78171BA3}" dt="2026-03-29T04:14:38.261" v="1137" actId="20577"/>
          <ac:spMkLst>
            <pc:docMk/>
            <pc:sldMk cId="818300689" sldId="2147483517"/>
            <ac:spMk id="4" creationId="{89A5CACB-FB12-B5D4-6364-4D090F2632ED}"/>
          </ac:spMkLst>
        </pc:spChg>
        <pc:spChg chg="del">
          <ac:chgData name="HIROKAZU KANNO" userId="2ace999a-2284-4226-8f26-d59cdc254ad0" providerId="ADAL" clId="{664EAB6C-5B53-5779-AFE6-961A78171BA3}" dt="2026-03-29T04:16:38.815" v="1242" actId="478"/>
          <ac:spMkLst>
            <pc:docMk/>
            <pc:sldMk cId="818300689" sldId="2147483517"/>
            <ac:spMk id="5" creationId="{490F273F-5F84-5393-D4DB-0D2FB2764E74}"/>
          </ac:spMkLst>
        </pc:spChg>
        <pc:spChg chg="mod">
          <ac:chgData name="HIROKAZU KANNO" userId="2ace999a-2284-4226-8f26-d59cdc254ad0" providerId="ADAL" clId="{664EAB6C-5B53-5779-AFE6-961A78171BA3}" dt="2026-03-29T04:20:51.475" v="1322" actId="20577"/>
          <ac:spMkLst>
            <pc:docMk/>
            <pc:sldMk cId="818300689" sldId="2147483517"/>
            <ac:spMk id="9" creationId="{4F994F3F-9B66-031E-0787-26D61D8794EF}"/>
          </ac:spMkLst>
        </pc:spChg>
        <pc:spChg chg="mod">
          <ac:chgData name="HIROKAZU KANNO" userId="2ace999a-2284-4226-8f26-d59cdc254ad0" providerId="ADAL" clId="{664EAB6C-5B53-5779-AFE6-961A78171BA3}" dt="2026-03-29T04:14:30.852" v="1136" actId="20577"/>
          <ac:spMkLst>
            <pc:docMk/>
            <pc:sldMk cId="818300689" sldId="2147483517"/>
            <ac:spMk id="17" creationId="{E6A14570-1BDB-38D4-6243-158972616977}"/>
          </ac:spMkLst>
        </pc:spChg>
        <pc:spChg chg="add del">
          <ac:chgData name="HIROKAZU KANNO" userId="2ace999a-2284-4226-8f26-d59cdc254ad0" providerId="ADAL" clId="{664EAB6C-5B53-5779-AFE6-961A78171BA3}" dt="2026-03-29T04:11:45.219" v="873" actId="478"/>
          <ac:spMkLst>
            <pc:docMk/>
            <pc:sldMk cId="818300689" sldId="2147483517"/>
            <ac:spMk id="18" creationId="{544896D2-C8F5-CDD2-8CD0-9368101DEB63}"/>
          </ac:spMkLst>
        </pc:spChg>
        <pc:spChg chg="del">
          <ac:chgData name="HIROKAZU KANNO" userId="2ace999a-2284-4226-8f26-d59cdc254ad0" providerId="ADAL" clId="{664EAB6C-5B53-5779-AFE6-961A78171BA3}" dt="2026-03-29T04:11:47.291" v="874" actId="478"/>
          <ac:spMkLst>
            <pc:docMk/>
            <pc:sldMk cId="818300689" sldId="2147483517"/>
            <ac:spMk id="20" creationId="{C35CE76C-B4FB-7013-652B-5C0489119F68}"/>
          </ac:spMkLst>
        </pc:spChg>
        <pc:spChg chg="mod">
          <ac:chgData name="HIROKAZU KANNO" userId="2ace999a-2284-4226-8f26-d59cdc254ad0" providerId="ADAL" clId="{664EAB6C-5B53-5779-AFE6-961A78171BA3}" dt="2026-03-29T04:12:57.445" v="925" actId="1076"/>
          <ac:spMkLst>
            <pc:docMk/>
            <pc:sldMk cId="818300689" sldId="2147483517"/>
            <ac:spMk id="21" creationId="{7D365DA5-A892-F8B9-CEE6-4154D9285CDC}"/>
          </ac:spMkLst>
        </pc:spChg>
        <pc:spChg chg="mod">
          <ac:chgData name="HIROKAZU KANNO" userId="2ace999a-2284-4226-8f26-d59cdc254ad0" providerId="ADAL" clId="{664EAB6C-5B53-5779-AFE6-961A78171BA3}" dt="2026-03-29T04:14:20.323" v="1135" actId="1076"/>
          <ac:spMkLst>
            <pc:docMk/>
            <pc:sldMk cId="818300689" sldId="2147483517"/>
            <ac:spMk id="24" creationId="{48E79685-CD97-39B4-0539-5A0BAD767BDF}"/>
          </ac:spMkLst>
        </pc:spChg>
        <pc:spChg chg="mod">
          <ac:chgData name="HIROKAZU KANNO" userId="2ace999a-2284-4226-8f26-d59cdc254ad0" providerId="ADAL" clId="{664EAB6C-5B53-5779-AFE6-961A78171BA3}" dt="2026-03-29T05:11:47.051" v="2378" actId="208"/>
          <ac:spMkLst>
            <pc:docMk/>
            <pc:sldMk cId="818300689" sldId="2147483517"/>
            <ac:spMk id="25" creationId="{0D330E95-1390-DCAD-C6CF-E841975BF9B8}"/>
          </ac:spMkLst>
        </pc:spChg>
      </pc:sldChg>
      <pc:sldChg chg="delSp modSp add mod">
        <pc:chgData name="HIROKAZU KANNO" userId="2ace999a-2284-4226-8f26-d59cdc254ad0" providerId="ADAL" clId="{664EAB6C-5B53-5779-AFE6-961A78171BA3}" dt="2026-03-29T05:12:10.132" v="2380" actId="208"/>
        <pc:sldMkLst>
          <pc:docMk/>
          <pc:sldMk cId="3561212277" sldId="2147483518"/>
        </pc:sldMkLst>
        <pc:spChg chg="mod">
          <ac:chgData name="HIROKAZU KANNO" userId="2ace999a-2284-4226-8f26-d59cdc254ad0" providerId="ADAL" clId="{664EAB6C-5B53-5779-AFE6-961A78171BA3}" dt="2026-03-29T04:17:42.136" v="1263" actId="1035"/>
          <ac:spMkLst>
            <pc:docMk/>
            <pc:sldMk cId="3561212277" sldId="2147483518"/>
            <ac:spMk id="2" creationId="{1BEA912B-BA03-31F8-410B-DBE52EE7E165}"/>
          </ac:spMkLst>
        </pc:spChg>
        <pc:spChg chg="mod">
          <ac:chgData name="HIROKAZU KANNO" userId="2ace999a-2284-4226-8f26-d59cdc254ad0" providerId="ADAL" clId="{664EAB6C-5B53-5779-AFE6-961A78171BA3}" dt="2026-03-29T04:17:51.994" v="1273" actId="20577"/>
          <ac:spMkLst>
            <pc:docMk/>
            <pc:sldMk cId="3561212277" sldId="2147483518"/>
            <ac:spMk id="4" creationId="{39FEDE15-308D-4CED-EEB8-52C5C9940AA3}"/>
          </ac:spMkLst>
        </pc:spChg>
        <pc:spChg chg="del mod">
          <ac:chgData name="HIROKAZU KANNO" userId="2ace999a-2284-4226-8f26-d59cdc254ad0" providerId="ADAL" clId="{664EAB6C-5B53-5779-AFE6-961A78171BA3}" dt="2026-03-29T04:16:54.730" v="1244" actId="478"/>
          <ac:spMkLst>
            <pc:docMk/>
            <pc:sldMk cId="3561212277" sldId="2147483518"/>
            <ac:spMk id="5" creationId="{D18FB02B-8D26-006F-D932-B71DEF861FED}"/>
          </ac:spMkLst>
        </pc:spChg>
        <pc:spChg chg="mod">
          <ac:chgData name="HIROKAZU KANNO" userId="2ace999a-2284-4226-8f26-d59cdc254ad0" providerId="ADAL" clId="{664EAB6C-5B53-5779-AFE6-961A78171BA3}" dt="2026-03-29T04:17:42.136" v="1263" actId="1035"/>
          <ac:spMkLst>
            <pc:docMk/>
            <pc:sldMk cId="3561212277" sldId="2147483518"/>
            <ac:spMk id="7" creationId="{B7252271-E8BB-BE18-BC56-0252EE1CDBD6}"/>
          </ac:spMkLst>
        </pc:spChg>
        <pc:spChg chg="mod">
          <ac:chgData name="HIROKAZU KANNO" userId="2ace999a-2284-4226-8f26-d59cdc254ad0" providerId="ADAL" clId="{664EAB6C-5B53-5779-AFE6-961A78171BA3}" dt="2026-03-29T04:20:55.119" v="1323" actId="20577"/>
          <ac:spMkLst>
            <pc:docMk/>
            <pc:sldMk cId="3561212277" sldId="2147483518"/>
            <ac:spMk id="9" creationId="{4F9892CF-202A-EACC-2A43-5245539DB295}"/>
          </ac:spMkLst>
        </pc:spChg>
        <pc:spChg chg="mod">
          <ac:chgData name="HIROKAZU KANNO" userId="2ace999a-2284-4226-8f26-d59cdc254ad0" providerId="ADAL" clId="{664EAB6C-5B53-5779-AFE6-961A78171BA3}" dt="2026-03-29T04:17:42.136" v="1263" actId="1035"/>
          <ac:spMkLst>
            <pc:docMk/>
            <pc:sldMk cId="3561212277" sldId="2147483518"/>
            <ac:spMk id="10" creationId="{3B4C0A7E-113D-F28D-E2E8-BB4336320FE9}"/>
          </ac:spMkLst>
        </pc:spChg>
        <pc:spChg chg="mod">
          <ac:chgData name="HIROKAZU KANNO" userId="2ace999a-2284-4226-8f26-d59cdc254ad0" providerId="ADAL" clId="{664EAB6C-5B53-5779-AFE6-961A78171BA3}" dt="2026-03-29T04:17:42.136" v="1263" actId="1035"/>
          <ac:spMkLst>
            <pc:docMk/>
            <pc:sldMk cId="3561212277" sldId="2147483518"/>
            <ac:spMk id="11" creationId="{A1BF179B-FC1A-808C-F80E-648D61419ACD}"/>
          </ac:spMkLst>
        </pc:spChg>
        <pc:spChg chg="mod">
          <ac:chgData name="HIROKAZU KANNO" userId="2ace999a-2284-4226-8f26-d59cdc254ad0" providerId="ADAL" clId="{664EAB6C-5B53-5779-AFE6-961A78171BA3}" dt="2026-03-29T05:12:10.132" v="2380" actId="208"/>
          <ac:spMkLst>
            <pc:docMk/>
            <pc:sldMk cId="3561212277" sldId="2147483518"/>
            <ac:spMk id="14" creationId="{9A8867CA-C172-EAF4-776A-4BEB099EE2C6}"/>
          </ac:spMkLst>
        </pc:spChg>
        <pc:spChg chg="mod">
          <ac:chgData name="HIROKAZU KANNO" userId="2ace999a-2284-4226-8f26-d59cdc254ad0" providerId="ADAL" clId="{664EAB6C-5B53-5779-AFE6-961A78171BA3}" dt="2026-03-29T05:12:10.132" v="2380" actId="208"/>
          <ac:spMkLst>
            <pc:docMk/>
            <pc:sldMk cId="3561212277" sldId="2147483518"/>
            <ac:spMk id="15" creationId="{07C9CA28-624D-A9A0-726A-FAD93E45A44A}"/>
          </ac:spMkLst>
        </pc:spChg>
        <pc:spChg chg="mod">
          <ac:chgData name="HIROKAZU KANNO" userId="2ace999a-2284-4226-8f26-d59cdc254ad0" providerId="ADAL" clId="{664EAB6C-5B53-5779-AFE6-961A78171BA3}" dt="2026-03-29T05:12:10.132" v="2380" actId="208"/>
          <ac:spMkLst>
            <pc:docMk/>
            <pc:sldMk cId="3561212277" sldId="2147483518"/>
            <ac:spMk id="17" creationId="{02C5D716-1EB6-AB1F-66F9-43EA90190FF4}"/>
          </ac:spMkLst>
        </pc:spChg>
        <pc:spChg chg="mod">
          <ac:chgData name="HIROKAZU KANNO" userId="2ace999a-2284-4226-8f26-d59cdc254ad0" providerId="ADAL" clId="{664EAB6C-5B53-5779-AFE6-961A78171BA3}" dt="2026-03-29T05:12:10.132" v="2380" actId="208"/>
          <ac:spMkLst>
            <pc:docMk/>
            <pc:sldMk cId="3561212277" sldId="2147483518"/>
            <ac:spMk id="18" creationId="{181702B6-C4D9-4664-DEB5-DEA101126506}"/>
          </ac:spMkLst>
        </pc:spChg>
      </pc:sldChg>
      <pc:sldChg chg="delSp modSp add mod">
        <pc:chgData name="HIROKAZU KANNO" userId="2ace999a-2284-4226-8f26-d59cdc254ad0" providerId="ADAL" clId="{664EAB6C-5B53-5779-AFE6-961A78171BA3}" dt="2026-03-29T05:12:18.544" v="2381" actId="208"/>
        <pc:sldMkLst>
          <pc:docMk/>
          <pc:sldMk cId="1416539519" sldId="2147483519"/>
        </pc:sldMkLst>
        <pc:spChg chg="mod">
          <ac:chgData name="HIROKAZU KANNO" userId="2ace999a-2284-4226-8f26-d59cdc254ad0" providerId="ADAL" clId="{664EAB6C-5B53-5779-AFE6-961A78171BA3}" dt="2026-03-29T04:21:56.046" v="1328" actId="1076"/>
          <ac:spMkLst>
            <pc:docMk/>
            <pc:sldMk cId="1416539519" sldId="2147483519"/>
            <ac:spMk id="2" creationId="{A9560BD4-C316-910F-335F-B0B6B41EED24}"/>
          </ac:spMkLst>
        </pc:spChg>
        <pc:spChg chg="mod">
          <ac:chgData name="HIROKAZU KANNO" userId="2ace999a-2284-4226-8f26-d59cdc254ad0" providerId="ADAL" clId="{664EAB6C-5B53-5779-AFE6-961A78171BA3}" dt="2026-03-29T04:44:18.996" v="2106" actId="313"/>
          <ac:spMkLst>
            <pc:docMk/>
            <pc:sldMk cId="1416539519" sldId="2147483519"/>
            <ac:spMk id="4" creationId="{304C1B3D-55FE-44CF-705B-7AAC78240F5A}"/>
          </ac:spMkLst>
        </pc:spChg>
        <pc:spChg chg="del">
          <ac:chgData name="HIROKAZU KANNO" userId="2ace999a-2284-4226-8f26-d59cdc254ad0" providerId="ADAL" clId="{664EAB6C-5B53-5779-AFE6-961A78171BA3}" dt="2026-03-29T04:21:58.195" v="1329" actId="478"/>
          <ac:spMkLst>
            <pc:docMk/>
            <pc:sldMk cId="1416539519" sldId="2147483519"/>
            <ac:spMk id="5" creationId="{54D06611-2030-50A5-BF9D-548892E7790E}"/>
          </ac:spMkLst>
        </pc:spChg>
        <pc:spChg chg="mod">
          <ac:chgData name="HIROKAZU KANNO" userId="2ace999a-2284-4226-8f26-d59cdc254ad0" providerId="ADAL" clId="{664EAB6C-5B53-5779-AFE6-961A78171BA3}" dt="2026-03-29T04:21:56.046" v="1328" actId="1076"/>
          <ac:spMkLst>
            <pc:docMk/>
            <pc:sldMk cId="1416539519" sldId="2147483519"/>
            <ac:spMk id="8" creationId="{638D50B8-CF24-D749-F2E4-B14459720D92}"/>
          </ac:spMkLst>
        </pc:spChg>
        <pc:spChg chg="mod">
          <ac:chgData name="HIROKAZU KANNO" userId="2ace999a-2284-4226-8f26-d59cdc254ad0" providerId="ADAL" clId="{664EAB6C-5B53-5779-AFE6-961A78171BA3}" dt="2026-03-29T04:20:59.478" v="1324" actId="20577"/>
          <ac:spMkLst>
            <pc:docMk/>
            <pc:sldMk cId="1416539519" sldId="2147483519"/>
            <ac:spMk id="9" creationId="{08B6DFB4-16EB-9ADB-3C20-5B970044BD8A}"/>
          </ac:spMkLst>
        </pc:spChg>
        <pc:spChg chg="mod">
          <ac:chgData name="HIROKAZU KANNO" userId="2ace999a-2284-4226-8f26-d59cdc254ad0" providerId="ADAL" clId="{664EAB6C-5B53-5779-AFE6-961A78171BA3}" dt="2026-03-29T05:12:18.544" v="2381" actId="208"/>
          <ac:spMkLst>
            <pc:docMk/>
            <pc:sldMk cId="1416539519" sldId="2147483519"/>
            <ac:spMk id="12" creationId="{AA0BF9F9-414A-C071-E100-7CCF2F4A9CCE}"/>
          </ac:spMkLst>
        </pc:spChg>
        <pc:spChg chg="mod">
          <ac:chgData name="HIROKAZU KANNO" userId="2ace999a-2284-4226-8f26-d59cdc254ad0" providerId="ADAL" clId="{664EAB6C-5B53-5779-AFE6-961A78171BA3}" dt="2026-03-29T05:12:18.544" v="2381" actId="208"/>
          <ac:spMkLst>
            <pc:docMk/>
            <pc:sldMk cId="1416539519" sldId="2147483519"/>
            <ac:spMk id="14" creationId="{70D308DA-4ACC-7AE1-2FEB-D7EE824DF7AD}"/>
          </ac:spMkLst>
        </pc:spChg>
        <pc:spChg chg="mod">
          <ac:chgData name="HIROKAZU KANNO" userId="2ace999a-2284-4226-8f26-d59cdc254ad0" providerId="ADAL" clId="{664EAB6C-5B53-5779-AFE6-961A78171BA3}" dt="2026-03-29T05:12:18.544" v="2381" actId="208"/>
          <ac:spMkLst>
            <pc:docMk/>
            <pc:sldMk cId="1416539519" sldId="2147483519"/>
            <ac:spMk id="17" creationId="{BA35AE9E-B6F8-E16C-17F5-50AA4F059B43}"/>
          </ac:spMkLst>
        </pc:spChg>
      </pc:sldChg>
      <pc:sldChg chg="delSp modSp add mod">
        <pc:chgData name="HIROKAZU KANNO" userId="2ace999a-2284-4226-8f26-d59cdc254ad0" providerId="ADAL" clId="{664EAB6C-5B53-5779-AFE6-961A78171BA3}" dt="2026-03-29T04:44:19.985" v="2107" actId="313"/>
        <pc:sldMkLst>
          <pc:docMk/>
          <pc:sldMk cId="2795321783" sldId="2147483520"/>
        </pc:sldMkLst>
        <pc:spChg chg="mod">
          <ac:chgData name="HIROKAZU KANNO" userId="2ace999a-2284-4226-8f26-d59cdc254ad0" providerId="ADAL" clId="{664EAB6C-5B53-5779-AFE6-961A78171BA3}" dt="2026-03-29T04:44:19.985" v="2107" actId="313"/>
          <ac:spMkLst>
            <pc:docMk/>
            <pc:sldMk cId="2795321783" sldId="2147483520"/>
            <ac:spMk id="4" creationId="{3CDFD03D-3B1F-29A9-FC6B-022987EF5A06}"/>
          </ac:spMkLst>
        </pc:spChg>
        <pc:spChg chg="mod">
          <ac:chgData name="HIROKAZU KANNO" userId="2ace999a-2284-4226-8f26-d59cdc254ad0" providerId="ADAL" clId="{664EAB6C-5B53-5779-AFE6-961A78171BA3}" dt="2026-03-29T04:33:33.572" v="1650" actId="1076"/>
          <ac:spMkLst>
            <pc:docMk/>
            <pc:sldMk cId="2795321783" sldId="2147483520"/>
            <ac:spMk id="5" creationId="{5512BA00-63E1-F24E-7FAE-A462CBCFFC0E}"/>
          </ac:spMkLst>
        </pc:spChg>
        <pc:spChg chg="del">
          <ac:chgData name="HIROKAZU KANNO" userId="2ace999a-2284-4226-8f26-d59cdc254ad0" providerId="ADAL" clId="{664EAB6C-5B53-5779-AFE6-961A78171BA3}" dt="2026-03-29T04:22:40.686" v="1330" actId="478"/>
          <ac:spMkLst>
            <pc:docMk/>
            <pc:sldMk cId="2795321783" sldId="2147483520"/>
            <ac:spMk id="7" creationId="{8FBB2E3A-0EE5-B54A-6550-2E095E5D7C3C}"/>
          </ac:spMkLst>
        </pc:spChg>
        <pc:spChg chg="mod">
          <ac:chgData name="HIROKAZU KANNO" userId="2ace999a-2284-4226-8f26-d59cdc254ad0" providerId="ADAL" clId="{664EAB6C-5B53-5779-AFE6-961A78171BA3}" dt="2026-03-29T04:22:55.043" v="1332" actId="20577"/>
          <ac:spMkLst>
            <pc:docMk/>
            <pc:sldMk cId="2795321783" sldId="2147483520"/>
            <ac:spMk id="9" creationId="{5C353163-C7A0-8AB7-7F01-A8153A39C1E9}"/>
          </ac:spMkLst>
        </pc:spChg>
        <pc:graphicFrameChg chg="mod modGraphic">
          <ac:chgData name="HIROKAZU KANNO" userId="2ace999a-2284-4226-8f26-d59cdc254ad0" providerId="ADAL" clId="{664EAB6C-5B53-5779-AFE6-961A78171BA3}" dt="2026-03-29T04:34:35.912" v="1702" actId="2165"/>
          <ac:graphicFrameMkLst>
            <pc:docMk/>
            <pc:sldMk cId="2795321783" sldId="2147483520"/>
            <ac:graphicFrameMk id="6" creationId="{6B2D9D55-BA33-81C1-848D-00C73C585178}"/>
          </ac:graphicFrameMkLst>
        </pc:graphicFrameChg>
      </pc:sldChg>
      <pc:sldChg chg="delSp modSp add mod">
        <pc:chgData name="HIROKAZU KANNO" userId="2ace999a-2284-4226-8f26-d59cdc254ad0" providerId="ADAL" clId="{664EAB6C-5B53-5779-AFE6-961A78171BA3}" dt="2026-03-29T04:57:05.662" v="2286" actId="478"/>
        <pc:sldMkLst>
          <pc:docMk/>
          <pc:sldMk cId="1715379928" sldId="2147483521"/>
        </pc:sldMkLst>
        <pc:spChg chg="del">
          <ac:chgData name="HIROKAZU KANNO" userId="2ace999a-2284-4226-8f26-d59cdc254ad0" providerId="ADAL" clId="{664EAB6C-5B53-5779-AFE6-961A78171BA3}" dt="2026-03-29T04:46:10.107" v="2159" actId="478"/>
          <ac:spMkLst>
            <pc:docMk/>
            <pc:sldMk cId="1715379928" sldId="2147483521"/>
            <ac:spMk id="2" creationId="{10291FA2-1A96-00CB-FB26-DFFC905CE77E}"/>
          </ac:spMkLst>
        </pc:spChg>
        <pc:spChg chg="mod">
          <ac:chgData name="HIROKAZU KANNO" userId="2ace999a-2284-4226-8f26-d59cdc254ad0" providerId="ADAL" clId="{664EAB6C-5B53-5779-AFE6-961A78171BA3}" dt="2026-03-29T04:46:27.051" v="2162" actId="1076"/>
          <ac:spMkLst>
            <pc:docMk/>
            <pc:sldMk cId="1715379928" sldId="2147483521"/>
            <ac:spMk id="4" creationId="{461C8729-B14E-514C-51BA-FCE04B83147C}"/>
          </ac:spMkLst>
        </pc:spChg>
        <pc:spChg chg="del">
          <ac:chgData name="HIROKAZU KANNO" userId="2ace999a-2284-4226-8f26-d59cdc254ad0" providerId="ADAL" clId="{664EAB6C-5B53-5779-AFE6-961A78171BA3}" dt="2026-03-29T04:46:20.569" v="2161" actId="478"/>
          <ac:spMkLst>
            <pc:docMk/>
            <pc:sldMk cId="1715379928" sldId="2147483521"/>
            <ac:spMk id="5" creationId="{4D53B71E-3D40-1DE5-7D5E-2DE5F2E8CC91}"/>
          </ac:spMkLst>
        </pc:spChg>
        <pc:spChg chg="del">
          <ac:chgData name="HIROKAZU KANNO" userId="2ace999a-2284-4226-8f26-d59cdc254ad0" providerId="ADAL" clId="{664EAB6C-5B53-5779-AFE6-961A78171BA3}" dt="2026-03-29T04:57:05.662" v="2286" actId="478"/>
          <ac:spMkLst>
            <pc:docMk/>
            <pc:sldMk cId="1715379928" sldId="2147483521"/>
            <ac:spMk id="6" creationId="{9B04F922-5C44-8B8E-67A7-F15E32B78133}"/>
          </ac:spMkLst>
        </pc:spChg>
        <pc:spChg chg="mod">
          <ac:chgData name="HIROKAZU KANNO" userId="2ace999a-2284-4226-8f26-d59cdc254ad0" providerId="ADAL" clId="{664EAB6C-5B53-5779-AFE6-961A78171BA3}" dt="2026-03-29T04:38:17.421" v="1845" actId="20577"/>
          <ac:spMkLst>
            <pc:docMk/>
            <pc:sldMk cId="1715379928" sldId="2147483521"/>
            <ac:spMk id="9" creationId="{511AF55E-6FEF-D5D7-DB8C-87FFD6E38E4A}"/>
          </ac:spMkLst>
        </pc:spChg>
      </pc:sldChg>
      <pc:sldChg chg="delSp modSp add mod">
        <pc:chgData name="HIROKAZU KANNO" userId="2ace999a-2284-4226-8f26-d59cdc254ad0" providerId="ADAL" clId="{664EAB6C-5B53-5779-AFE6-961A78171BA3}" dt="2026-03-29T05:14:04.500" v="2405" actId="208"/>
        <pc:sldMkLst>
          <pc:docMk/>
          <pc:sldMk cId="1591820602" sldId="2147483522"/>
        </pc:sldMkLst>
        <pc:spChg chg="mod">
          <ac:chgData name="HIROKAZU KANNO" userId="2ace999a-2284-4226-8f26-d59cdc254ad0" providerId="ADAL" clId="{664EAB6C-5B53-5779-AFE6-961A78171BA3}" dt="2026-03-29T05:14:01.999" v="2404" actId="208"/>
          <ac:spMkLst>
            <pc:docMk/>
            <pc:sldMk cId="1591820602" sldId="2147483522"/>
            <ac:spMk id="2" creationId="{6E23A198-D1A8-D649-CB9A-731CAE70DCD6}"/>
          </ac:spMkLst>
        </pc:spChg>
        <pc:spChg chg="mod">
          <ac:chgData name="HIROKAZU KANNO" userId="2ace999a-2284-4226-8f26-d59cdc254ad0" providerId="ADAL" clId="{664EAB6C-5B53-5779-AFE6-961A78171BA3}" dt="2026-03-29T04:48:40.076" v="2184" actId="20577"/>
          <ac:spMkLst>
            <pc:docMk/>
            <pc:sldMk cId="1591820602" sldId="2147483522"/>
            <ac:spMk id="4" creationId="{166305A1-B7F8-C18B-9BE1-857AD670FEC5}"/>
          </ac:spMkLst>
        </pc:spChg>
        <pc:spChg chg="mod">
          <ac:chgData name="HIROKAZU KANNO" userId="2ace999a-2284-4226-8f26-d59cdc254ad0" providerId="ADAL" clId="{664EAB6C-5B53-5779-AFE6-961A78171BA3}" dt="2026-03-29T05:14:04.500" v="2405" actId="208"/>
          <ac:spMkLst>
            <pc:docMk/>
            <pc:sldMk cId="1591820602" sldId="2147483522"/>
            <ac:spMk id="6" creationId="{46B2AA59-4E8B-B3E9-0CA7-2CEB0A54801B}"/>
          </ac:spMkLst>
        </pc:spChg>
        <pc:spChg chg="del">
          <ac:chgData name="HIROKAZU KANNO" userId="2ace999a-2284-4226-8f26-d59cdc254ad0" providerId="ADAL" clId="{664EAB6C-5B53-5779-AFE6-961A78171BA3}" dt="2026-03-29T04:58:43.201" v="2287" actId="478"/>
          <ac:spMkLst>
            <pc:docMk/>
            <pc:sldMk cId="1591820602" sldId="2147483522"/>
            <ac:spMk id="7" creationId="{994F083C-9C4A-9C31-E744-9B9D94FD7C34}"/>
          </ac:spMkLst>
        </pc:spChg>
      </pc:sldChg>
      <pc:sldChg chg="delSp modSp add mod">
        <pc:chgData name="HIROKAZU KANNO" userId="2ace999a-2284-4226-8f26-d59cdc254ad0" providerId="ADAL" clId="{664EAB6C-5B53-5779-AFE6-961A78171BA3}" dt="2026-03-29T05:14:12.884" v="2406" actId="208"/>
        <pc:sldMkLst>
          <pc:docMk/>
          <pc:sldMk cId="593799771" sldId="2147483523"/>
        </pc:sldMkLst>
        <pc:spChg chg="del">
          <ac:chgData name="HIROKAZU KANNO" userId="2ace999a-2284-4226-8f26-d59cdc254ad0" providerId="ADAL" clId="{664EAB6C-5B53-5779-AFE6-961A78171BA3}" dt="2026-03-29T05:00:21.026" v="2326" actId="478"/>
          <ac:spMkLst>
            <pc:docMk/>
            <pc:sldMk cId="593799771" sldId="2147483523"/>
            <ac:spMk id="2" creationId="{DE341591-52C5-8030-D448-E30649B50415}"/>
          </ac:spMkLst>
        </pc:spChg>
        <pc:spChg chg="mod">
          <ac:chgData name="HIROKAZU KANNO" userId="2ace999a-2284-4226-8f26-d59cdc254ad0" providerId="ADAL" clId="{664EAB6C-5B53-5779-AFE6-961A78171BA3}" dt="2026-03-29T05:12:54.537" v="2400" actId="20577"/>
          <ac:spMkLst>
            <pc:docMk/>
            <pc:sldMk cId="593799771" sldId="2147483523"/>
            <ac:spMk id="4" creationId="{D92DD553-D00C-70C5-2D41-569925B4F58A}"/>
          </ac:spMkLst>
        </pc:spChg>
        <pc:spChg chg="mod">
          <ac:chgData name="HIROKAZU KANNO" userId="2ace999a-2284-4226-8f26-d59cdc254ad0" providerId="ADAL" clId="{664EAB6C-5B53-5779-AFE6-961A78171BA3}" dt="2026-03-29T05:14:12.884" v="2406" actId="208"/>
          <ac:spMkLst>
            <pc:docMk/>
            <pc:sldMk cId="593799771" sldId="2147483523"/>
            <ac:spMk id="6" creationId="{58A05120-7A97-0FBC-1472-E0914F86D685}"/>
          </ac:spMkLst>
        </pc:spChg>
      </pc:sldChg>
      <pc:sldChg chg="delSp modSp add mod">
        <pc:chgData name="HIROKAZU KANNO" userId="2ace999a-2284-4226-8f26-d59cdc254ad0" providerId="ADAL" clId="{664EAB6C-5B53-5779-AFE6-961A78171BA3}" dt="2026-03-29T05:14:16.720" v="2407" actId="208"/>
        <pc:sldMkLst>
          <pc:docMk/>
          <pc:sldMk cId="398463926" sldId="2147483524"/>
        </pc:sldMkLst>
        <pc:spChg chg="mod">
          <ac:chgData name="HIROKAZU KANNO" userId="2ace999a-2284-4226-8f26-d59cdc254ad0" providerId="ADAL" clId="{664EAB6C-5B53-5779-AFE6-961A78171BA3}" dt="2026-03-29T05:13:46.759" v="2403" actId="20577"/>
          <ac:spMkLst>
            <pc:docMk/>
            <pc:sldMk cId="398463926" sldId="2147483524"/>
            <ac:spMk id="4" creationId="{72AC5156-B601-F4EC-E44C-874C5458BE37}"/>
          </ac:spMkLst>
        </pc:spChg>
        <pc:spChg chg="del">
          <ac:chgData name="HIROKAZU KANNO" userId="2ace999a-2284-4226-8f26-d59cdc254ad0" providerId="ADAL" clId="{664EAB6C-5B53-5779-AFE6-961A78171BA3}" dt="2026-03-29T05:00:12.657" v="2325" actId="478"/>
          <ac:spMkLst>
            <pc:docMk/>
            <pc:sldMk cId="398463926" sldId="2147483524"/>
            <ac:spMk id="5" creationId="{275573E0-9818-0EC2-96FF-528834C16B85}"/>
          </ac:spMkLst>
        </pc:spChg>
        <pc:spChg chg="mod">
          <ac:chgData name="HIROKAZU KANNO" userId="2ace999a-2284-4226-8f26-d59cdc254ad0" providerId="ADAL" clId="{664EAB6C-5B53-5779-AFE6-961A78171BA3}" dt="2026-03-29T05:14:16.720" v="2407" actId="208"/>
          <ac:spMkLst>
            <pc:docMk/>
            <pc:sldMk cId="398463926" sldId="2147483524"/>
            <ac:spMk id="6" creationId="{7155FAC3-F35F-0C85-C102-9ED1270D8CE9}"/>
          </ac:spMkLst>
        </pc:spChg>
      </pc:sldChg>
      <pc:sldChg chg="delSp modSp add mod">
        <pc:chgData name="HIROKAZU KANNO" userId="2ace999a-2284-4226-8f26-d59cdc254ad0" providerId="ADAL" clId="{664EAB6C-5B53-5779-AFE6-961A78171BA3}" dt="2026-03-29T05:00:05.869" v="2324" actId="478"/>
        <pc:sldMkLst>
          <pc:docMk/>
          <pc:sldMk cId="2857868508" sldId="2147483525"/>
        </pc:sldMkLst>
        <pc:spChg chg="del">
          <ac:chgData name="HIROKAZU KANNO" userId="2ace999a-2284-4226-8f26-d59cdc254ad0" providerId="ADAL" clId="{664EAB6C-5B53-5779-AFE6-961A78171BA3}" dt="2026-03-29T05:00:05.869" v="2324" actId="478"/>
          <ac:spMkLst>
            <pc:docMk/>
            <pc:sldMk cId="2857868508" sldId="2147483525"/>
            <ac:spMk id="2" creationId="{9E9B24F0-8103-4A2C-C0E3-223707EF26CB}"/>
          </ac:spMkLst>
        </pc:spChg>
        <pc:spChg chg="mod">
          <ac:chgData name="HIROKAZU KANNO" userId="2ace999a-2284-4226-8f26-d59cdc254ad0" providerId="ADAL" clId="{664EAB6C-5B53-5779-AFE6-961A78171BA3}" dt="2026-03-29T05:00:02.152" v="2323" actId="20577"/>
          <ac:spMkLst>
            <pc:docMk/>
            <pc:sldMk cId="2857868508" sldId="2147483525"/>
            <ac:spMk id="4" creationId="{A4F2A9D0-D7A6-C61B-520E-45A796EE5675}"/>
          </ac:spMkLst>
        </pc:spChg>
      </pc:sldChg>
      <pc:sldChg chg="delSp modSp add mod">
        <pc:chgData name="HIROKAZU KANNO" userId="2ace999a-2284-4226-8f26-d59cdc254ad0" providerId="ADAL" clId="{664EAB6C-5B53-5779-AFE6-961A78171BA3}" dt="2026-03-29T05:14:24.394" v="2409" actId="208"/>
        <pc:sldMkLst>
          <pc:docMk/>
          <pc:sldMk cId="2650287826" sldId="2147483526"/>
        </pc:sldMkLst>
        <pc:spChg chg="mod">
          <ac:chgData name="HIROKAZU KANNO" userId="2ace999a-2284-4226-8f26-d59cdc254ad0" providerId="ADAL" clId="{664EAB6C-5B53-5779-AFE6-961A78171BA3}" dt="2026-03-29T05:14:21.306" v="2408" actId="208"/>
          <ac:spMkLst>
            <pc:docMk/>
            <pc:sldMk cId="2650287826" sldId="2147483526"/>
            <ac:spMk id="2" creationId="{7D40F6EF-DBC4-6661-2A19-B01BEDA7B0F3}"/>
          </ac:spMkLst>
        </pc:spChg>
        <pc:spChg chg="mod">
          <ac:chgData name="HIROKAZU KANNO" userId="2ace999a-2284-4226-8f26-d59cdc254ad0" providerId="ADAL" clId="{664EAB6C-5B53-5779-AFE6-961A78171BA3}" dt="2026-03-29T04:44:20.964" v="2108" actId="313"/>
          <ac:spMkLst>
            <pc:docMk/>
            <pc:sldMk cId="2650287826" sldId="2147483526"/>
            <ac:spMk id="5" creationId="{886A36D9-462F-004D-2AFF-88FC0C38A39A}"/>
          </ac:spMkLst>
        </pc:spChg>
        <pc:spChg chg="mod">
          <ac:chgData name="HIROKAZU KANNO" userId="2ace999a-2284-4226-8f26-d59cdc254ad0" providerId="ADAL" clId="{664EAB6C-5B53-5779-AFE6-961A78171BA3}" dt="2026-03-29T05:14:24.394" v="2409" actId="208"/>
          <ac:spMkLst>
            <pc:docMk/>
            <pc:sldMk cId="2650287826" sldId="2147483526"/>
            <ac:spMk id="6" creationId="{50A69747-4EBB-FA1F-0402-A811C6635E7B}"/>
          </ac:spMkLst>
        </pc:spChg>
        <pc:spChg chg="del">
          <ac:chgData name="HIROKAZU KANNO" userId="2ace999a-2284-4226-8f26-d59cdc254ad0" providerId="ADAL" clId="{664EAB6C-5B53-5779-AFE6-961A78171BA3}" dt="2026-03-29T05:00:34.765" v="2327" actId="478"/>
          <ac:spMkLst>
            <pc:docMk/>
            <pc:sldMk cId="2650287826" sldId="2147483526"/>
            <ac:spMk id="7" creationId="{781D7510-86CC-1947-714A-8FD1F9524335}"/>
          </ac:spMkLst>
        </pc:spChg>
      </pc:sldChg>
      <pc:sldChg chg="delSp modSp add mod">
        <pc:chgData name="HIROKAZU KANNO" userId="2ace999a-2284-4226-8f26-d59cdc254ad0" providerId="ADAL" clId="{664EAB6C-5B53-5779-AFE6-961A78171BA3}" dt="2026-03-29T05:14:30.447" v="2411" actId="208"/>
        <pc:sldMkLst>
          <pc:docMk/>
          <pc:sldMk cId="1503730438" sldId="2147483527"/>
        </pc:sldMkLst>
        <pc:spChg chg="del">
          <ac:chgData name="HIROKAZU KANNO" userId="2ace999a-2284-4226-8f26-d59cdc254ad0" providerId="ADAL" clId="{664EAB6C-5B53-5779-AFE6-961A78171BA3}" dt="2026-03-29T05:01:31.557" v="2331" actId="478"/>
          <ac:spMkLst>
            <pc:docMk/>
            <pc:sldMk cId="1503730438" sldId="2147483527"/>
            <ac:spMk id="2" creationId="{1C4B1E09-0B08-EE53-F505-0E8DBF4E895F}"/>
          </ac:spMkLst>
        </pc:spChg>
        <pc:spChg chg="mod">
          <ac:chgData name="HIROKAZU KANNO" userId="2ace999a-2284-4226-8f26-d59cdc254ad0" providerId="ADAL" clId="{664EAB6C-5B53-5779-AFE6-961A78171BA3}" dt="2026-03-29T05:14:28.246" v="2410" actId="208"/>
          <ac:spMkLst>
            <pc:docMk/>
            <pc:sldMk cId="1503730438" sldId="2147483527"/>
            <ac:spMk id="7" creationId="{33D06885-24A1-CB6E-BD49-A8F55F80D427}"/>
          </ac:spMkLst>
        </pc:spChg>
        <pc:spChg chg="mod">
          <ac:chgData name="HIROKAZU KANNO" userId="2ace999a-2284-4226-8f26-d59cdc254ad0" providerId="ADAL" clId="{664EAB6C-5B53-5779-AFE6-961A78171BA3}" dt="2026-03-29T05:01:15.812" v="2329" actId="1076"/>
          <ac:spMkLst>
            <pc:docMk/>
            <pc:sldMk cId="1503730438" sldId="2147483527"/>
            <ac:spMk id="8" creationId="{F6B2C607-C893-A38C-41A3-A132F42AABFB}"/>
          </ac:spMkLst>
        </pc:spChg>
        <pc:spChg chg="mod">
          <ac:chgData name="HIROKAZU KANNO" userId="2ace999a-2284-4226-8f26-d59cdc254ad0" providerId="ADAL" clId="{664EAB6C-5B53-5779-AFE6-961A78171BA3}" dt="2026-03-29T05:14:30.447" v="2411" actId="208"/>
          <ac:spMkLst>
            <pc:docMk/>
            <pc:sldMk cId="1503730438" sldId="2147483527"/>
            <ac:spMk id="10" creationId="{2AAAB88E-E075-78A8-1022-7254F120EAF2}"/>
          </ac:spMkLst>
        </pc:spChg>
      </pc:sldChg>
      <pc:sldChg chg="delSp add mod">
        <pc:chgData name="HIROKAZU KANNO" userId="2ace999a-2284-4226-8f26-d59cdc254ad0" providerId="ADAL" clId="{664EAB6C-5B53-5779-AFE6-961A78171BA3}" dt="2026-03-29T05:03:43.776" v="2367" actId="478"/>
        <pc:sldMkLst>
          <pc:docMk/>
          <pc:sldMk cId="2876697466" sldId="2147483528"/>
        </pc:sldMkLst>
        <pc:spChg chg="del">
          <ac:chgData name="HIROKAZU KANNO" userId="2ace999a-2284-4226-8f26-d59cdc254ad0" providerId="ADAL" clId="{664EAB6C-5B53-5779-AFE6-961A78171BA3}" dt="2026-03-29T05:03:43.776" v="2367" actId="478"/>
          <ac:spMkLst>
            <pc:docMk/>
            <pc:sldMk cId="2876697466" sldId="2147483528"/>
            <ac:spMk id="2" creationId="{C4C63867-C19A-93D5-177F-F1637FEEA50D}"/>
          </ac:spMkLst>
        </pc:spChg>
      </pc:sldChg>
      <pc:sldChg chg="delSp modSp add del mod">
        <pc:chgData name="HIROKAZU KANNO" userId="2ace999a-2284-4226-8f26-d59cdc254ad0" providerId="ADAL" clId="{664EAB6C-5B53-5779-AFE6-961A78171BA3}" dt="2026-03-29T05:10:37.792" v="2368" actId="2696"/>
        <pc:sldMkLst>
          <pc:docMk/>
          <pc:sldMk cId="2574961482" sldId="2147483529"/>
        </pc:sldMkLst>
        <pc:spChg chg="del">
          <ac:chgData name="HIROKAZU KANNO" userId="2ace999a-2284-4226-8f26-d59cdc254ad0" providerId="ADAL" clId="{664EAB6C-5B53-5779-AFE6-961A78171BA3}" dt="2026-03-29T05:02:44.140" v="2357" actId="478"/>
          <ac:spMkLst>
            <pc:docMk/>
            <pc:sldMk cId="2574961482" sldId="2147483529"/>
            <ac:spMk id="2" creationId="{54DA2DC6-E0FF-7CEA-A4DA-F01FDC1CA7C0}"/>
          </ac:spMkLst>
        </pc:spChg>
        <pc:spChg chg="mod">
          <ac:chgData name="HIROKAZU KANNO" userId="2ace999a-2284-4226-8f26-d59cdc254ad0" providerId="ADAL" clId="{664EAB6C-5B53-5779-AFE6-961A78171BA3}" dt="2026-03-29T04:44:04.443" v="2096" actId="313"/>
          <ac:spMkLst>
            <pc:docMk/>
            <pc:sldMk cId="2574961482" sldId="2147483529"/>
            <ac:spMk id="4" creationId="{B1CD34B4-8401-79C3-A24E-ED9589477C98}"/>
          </ac:spMkLst>
        </pc:spChg>
        <pc:spChg chg="mod">
          <ac:chgData name="HIROKAZU KANNO" userId="2ace999a-2284-4226-8f26-d59cdc254ad0" providerId="ADAL" clId="{664EAB6C-5B53-5779-AFE6-961A78171BA3}" dt="2026-03-29T05:02:39.718" v="2356" actId="20577"/>
          <ac:spMkLst>
            <pc:docMk/>
            <pc:sldMk cId="2574961482" sldId="2147483529"/>
            <ac:spMk id="9" creationId="{4B4141BA-1B9E-33E9-C557-0A2AE044B344}"/>
          </ac:spMkLst>
        </pc:spChg>
      </pc:sldChg>
      <pc:sldChg chg="add del">
        <pc:chgData name="HIROKAZU KANNO" userId="2ace999a-2284-4226-8f26-d59cdc254ad0" providerId="ADAL" clId="{664EAB6C-5B53-5779-AFE6-961A78171BA3}" dt="2026-03-29T05:10:37.792" v="2368" actId="2696"/>
        <pc:sldMkLst>
          <pc:docMk/>
          <pc:sldMk cId="2844502848" sldId="2147483530"/>
        </pc:sldMkLst>
      </pc:sldChg>
      <pc:sldChg chg="modSp add del mod">
        <pc:chgData name="HIROKAZU KANNO" userId="2ace999a-2284-4226-8f26-d59cdc254ad0" providerId="ADAL" clId="{664EAB6C-5B53-5779-AFE6-961A78171BA3}" dt="2026-03-29T05:10:37.792" v="2368" actId="2696"/>
        <pc:sldMkLst>
          <pc:docMk/>
          <pc:sldMk cId="1926679405" sldId="2147483531"/>
        </pc:sldMkLst>
        <pc:graphicFrameChg chg="modGraphic">
          <ac:chgData name="HIROKAZU KANNO" userId="2ace999a-2284-4226-8f26-d59cdc254ad0" providerId="ADAL" clId="{664EAB6C-5B53-5779-AFE6-961A78171BA3}" dt="2026-03-29T04:44:07.493" v="2097" actId="313"/>
          <ac:graphicFrameMkLst>
            <pc:docMk/>
            <pc:sldMk cId="1926679405" sldId="2147483531"/>
            <ac:graphicFrameMk id="5" creationId="{BF367E7F-8122-B9EC-6027-64353C9E33E0}"/>
          </ac:graphicFrameMkLst>
        </pc:graphicFrameChg>
      </pc:sldChg>
      <pc:sldChg chg="modSp add del mod">
        <pc:chgData name="HIROKAZU KANNO" userId="2ace999a-2284-4226-8f26-d59cdc254ad0" providerId="ADAL" clId="{664EAB6C-5B53-5779-AFE6-961A78171BA3}" dt="2026-03-29T05:10:37.792" v="2368" actId="2696"/>
        <pc:sldMkLst>
          <pc:docMk/>
          <pc:sldMk cId="2461948467" sldId="2147483532"/>
        </pc:sldMkLst>
        <pc:spChg chg="mod">
          <ac:chgData name="HIROKAZU KANNO" userId="2ace999a-2284-4226-8f26-d59cdc254ad0" providerId="ADAL" clId="{664EAB6C-5B53-5779-AFE6-961A78171BA3}" dt="2026-03-29T04:44:08.524" v="2098" actId="313"/>
          <ac:spMkLst>
            <pc:docMk/>
            <pc:sldMk cId="2461948467" sldId="2147483532"/>
            <ac:spMk id="4" creationId="{0ADD896D-95C1-E998-A83F-416D5CE94196}"/>
          </ac:spMkLst>
        </pc:spChg>
        <pc:spChg chg="mod">
          <ac:chgData name="HIROKAZU KANNO" userId="2ace999a-2284-4226-8f26-d59cdc254ad0" providerId="ADAL" clId="{664EAB6C-5B53-5779-AFE6-961A78171BA3}" dt="2026-03-29T04:44:09.757" v="2099" actId="313"/>
          <ac:spMkLst>
            <pc:docMk/>
            <pc:sldMk cId="2461948467" sldId="2147483532"/>
            <ac:spMk id="10" creationId="{A488166D-73FD-D59A-545B-8CC2743A300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078780-E7F4-4A4A-BCC0-7B6E576B471F}" type="datetimeFigureOut">
              <a:rPr lang="en-US" smtClean="0"/>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
              <a:t>Click to edit Master text styles</a:t>
            </a:r>
          </a:p>
          <a:p>
            <a:pPr lvl="1"/>
            <a:r>
              <a:rPr lang="en"/>
              <a:t>Second level</a:t>
            </a:r>
          </a:p>
          <a:p>
            <a:pPr lvl="2"/>
            <a:r>
              <a:rPr lang="en"/>
              <a:t>Third level</a:t>
            </a:r>
          </a:p>
          <a:p>
            <a:pPr lvl="3"/>
            <a:r>
              <a:rPr lang="en"/>
              <a:t>Fourth level</a:t>
            </a:r>
          </a:p>
          <a:p>
            <a:pPr lvl="4"/>
            <a:r>
              <a:rPr lang="en"/>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C3DE96-D07A-4134-88EC-3071C728E045}" type="slidenum">
              <a:rPr lang="en-US" smtClean="0"/>
              <a:t>‹#›</a:t>
            </a:fld>
            <a:endParaRPr lang="en-US"/>
          </a:p>
        </p:txBody>
      </p:sp>
    </p:spTree>
    <p:extLst>
      <p:ext uri="{BB962C8B-B14F-4D97-AF65-F5344CB8AC3E}">
        <p14:creationId xmlns:p14="http://schemas.microsoft.com/office/powerpoint/2010/main" val="2064190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2AC88-D460-F145-CAAB-B97DEBBCE4B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A9877F-C868-F2F8-9EEA-23E3C13D4E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469F68-E33B-37E2-44CB-75301CBDC5E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6DBE7E-7803-F730-3866-D02C222FB2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4293597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21894-8D3E-FADC-3EEF-22FE79D966F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E65D4A-6F09-325D-B507-CA225131E7A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8CD646-2A17-18C1-DB70-9FB4B2CE536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1DC036A-73D3-8CA9-2EBA-CE77548B07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2340172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54810-BA4A-E1E9-45E7-AE7C886D65C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12B1694-7FA4-0715-44A3-4C83EF8581C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A155880-0DCF-D8E1-1B77-AD99D215A73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912F791-F48C-0982-BE9B-9A98531C2E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826372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5180F-AAD0-6BEE-405A-BD71678FAA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9B8282-DF37-81F7-4022-229773DF354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FE5E753-127B-5FFE-4E90-70DE75E1B4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CBBE7C9-C15A-AC76-2405-075464639F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3869382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418F9-23B7-99E3-4BE7-75E39966AAC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C8985BF-78A3-80FA-6647-3875159FC751}"/>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F1E450F3-AAB3-F2F4-B2E6-6ED56B328CB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A7B6518-A132-964E-C9E9-935CF3D50D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376661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D2A85-92C0-0335-7976-F7741F8E2DF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ADF23A-61F1-AE51-0AAE-B2F613121F9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1A9791B-B2A5-2319-EFE8-53EE3AD4D52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494620-BB95-3D5D-44D5-FB71B10F2E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1398777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2673D-8AD0-13BD-A9A8-4D43156EC6D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4A6C86D-37BF-1E4F-3D69-F2B2CAFAA44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092F1A9-914C-09F0-8440-701E896FAC5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0F0F213-0820-D871-88F9-E4F50DDFBF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4083439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78F93-E5E0-7DAD-7D0C-8C4CF7B1E27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0CD4E0A-0524-BC74-E710-1DD5E0ADA7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8EBFFFF-CB00-A632-1842-38BA4A4D319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2C33E9C-28A8-50B3-AE69-8BE4875CD5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3336323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1C902-4A1C-73A1-1AAF-A075F42B3A1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027C93A-56F0-EE81-DCC1-B21CF49777D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BCB96A2-EF36-4DF5-4E6F-09E2618ACF6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A90279D-112F-D6AE-E1C2-CBE60A686E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11494382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6079F-8DA2-A3F1-89F0-459AAA6B3D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98524F-3F3C-C7D8-296C-FEB4BED807D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04E677D-5B8F-1ADD-1FF0-1F269F7B988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EAAD4-1096-17D8-F07E-5BD645ACBC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41875618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D6968-F0F9-1677-E727-61D8939FF5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34FCB2-C9F8-4ADD-FE55-83EA2A38E6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33FF8BF-D86D-BC1D-0F4B-284B4F2B363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0C66E6D-A609-45A8-C163-3CCE58FE04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9419606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43E68-C47C-60D4-C821-3CFA889B1CF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995135-91C2-6272-0947-09529B1561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C6174D-C662-1DB6-BCDC-547F9CCD0AB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F43021B-BDE2-71B2-CF90-00233E0225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22951503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35CCA-E705-5484-A60E-1A0AF507EA8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75EAC10-B456-DEAF-155C-116D276730F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329910-D8C6-5101-27AA-F79EA492FB5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C8A16A5-AF67-E87E-F37B-33256E9710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17902055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1F2D8-15D5-A619-E18E-668CCB8AAB3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7A39060-F6F6-CE07-B94E-B61C54739F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310F846-D6A5-F287-0E0D-263C44345AC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310489F-89A3-098B-60AD-8EABEC5C84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1240529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02957-797A-76C1-ED29-C8E0A693F91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DC873E-23B3-F177-CB48-AC5F37FC2E6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B3D1D3B-A7E5-9BBA-B92E-1831BEA8EDF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86125B2-650F-3C37-BB28-E8DFFB7117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33615249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22555-05A3-DE59-5E32-BED264DCF5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7987F5A-23E1-1DCD-38B6-A8FF23FB2C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A17F189-C38D-0B88-55EF-07061149F59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EF3E0BB-4D4A-C7E2-CDAE-BD8929D48F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59D0A1-21D0-1B43-AAEC-AAB535F16CF8}" type="slidenum">
              <a:rPr kumimoji="1" lang="ja-JP" altLang="en-US" sz="1200" b="0" i="0" u="none" strike="noStrike" kern="1200" cap="none" spc="0" normalizeH="0" baseline="0" noProof="0" smtClean="0">
                <a:ln>
                  <a:noFill/>
                </a:ln>
                <a:solidFill>
                  <a:prstClr val="black"/>
                </a:solidFill>
                <a:effectLst/>
                <a:uLnTx/>
                <a:uFillTx/>
                <a:latin typeface="Yu Gothic" panose="020F0502020204030204"/>
                <a:ea typeface="Yu Gothic"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ja-JP" altLang="en-US" sz="1200" b="0" i="0" u="none" strike="noStrike" kern="1200" cap="none" spc="0" normalizeH="0" baseline="0" noProof="0">
              <a:ln>
                <a:noFill/>
              </a:ln>
              <a:solidFill>
                <a:prstClr val="black"/>
              </a:solidFill>
              <a:effectLst/>
              <a:uLnTx/>
              <a:uFillTx/>
              <a:latin typeface="Yu Gothic" panose="020F0502020204030204"/>
              <a:ea typeface="Yu Gothic" panose="020B0400000000000000" pitchFamily="50" charset="-128"/>
              <a:cs typeface="+mn-cs"/>
            </a:endParaRPr>
          </a:p>
        </p:txBody>
      </p:sp>
    </p:spTree>
    <p:extLst>
      <p:ext uri="{BB962C8B-B14F-4D97-AF65-F5344CB8AC3E}">
        <p14:creationId xmlns:p14="http://schemas.microsoft.com/office/powerpoint/2010/main" val="35432955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ディバイダー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D215FF5-E3BF-1E5A-DA8F-53DB575AD53F}"/>
              </a:ext>
            </a:extLst>
          </p:cNvPr>
          <p:cNvGraphicFramePr>
            <a:graphicFrameLocks noChangeAspect="1"/>
          </p:cNvGraphicFramePr>
          <p:nvPr userDrawn="1">
            <p:custDataLst>
              <p:tags r:id="rId1"/>
            </p:custDataLst>
            <p:extLst>
              <p:ext uri="{D42A27DB-BD31-4B8C-83A1-F6EECF244321}">
                <p14:modId xmlns:p14="http://schemas.microsoft.com/office/powerpoint/2010/main" val="30900825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8" name="think-cell data - do not delete" hidden="1">
                        <a:extLst>
                          <a:ext uri="{FF2B5EF4-FFF2-40B4-BE49-F238E27FC236}">
                            <a16:creationId xmlns:a16="http://schemas.microsoft.com/office/drawing/2014/main" id="{3D215FF5-E3BF-1E5A-DA8F-53DB575AD53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334964" y="1341438"/>
            <a:ext cx="9109408" cy="1051900"/>
          </a:xfrm>
        </p:spPr>
        <p:txBody>
          <a:bodyPr vert="horz" anchor="t"/>
          <a:lstStyle>
            <a:lvl1pPr>
              <a:defRPr sz="3200" baseline="0">
                <a:latin typeface="Meiryo UI" panose="020B0604030504040204" pitchFamily="50" charset="-128"/>
                <a:ea typeface="Meiryo UI" panose="020B0604030504040204" pitchFamily="50" charset="-128"/>
                <a:sym typeface="Meiryo UI" panose="020B0604030504040204" pitchFamily="50" charset="-128"/>
              </a:defRPr>
            </a:lvl1pPr>
          </a:lstStyle>
          <a:p>
            <a:r>
              <a:rPr lang="en" altLang="en-US" noProof="0"/>
              <a:t>Master Title Formatting</a:t>
            </a:r>
            <a:endParaRPr lang="en-US"/>
          </a:p>
        </p:txBody>
      </p:sp>
      <p:pic>
        <p:nvPicPr>
          <p:cNvPr id="19" name="Picture 8">
            <a:extLst>
              <a:ext uri="{FF2B5EF4-FFF2-40B4-BE49-F238E27FC236}">
                <a16:creationId xmlns:a16="http://schemas.microsoft.com/office/drawing/2014/main" id="{ED6645FD-5394-4D12-BF01-0BAE8F1E5F47}"/>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17038" y="323851"/>
            <a:ext cx="1439999" cy="411658"/>
          </a:xfrm>
          <a:prstGeom prst="rect">
            <a:avLst/>
          </a:prstGeom>
        </p:spPr>
      </p:pic>
      <p:sp>
        <p:nvSpPr>
          <p:cNvPr id="3" name="Datumsplatzhalter 2">
            <a:extLst>
              <a:ext uri="{FF2B5EF4-FFF2-40B4-BE49-F238E27FC236}">
                <a16:creationId xmlns:a16="http://schemas.microsoft.com/office/drawing/2014/main" id="{A942097C-A363-4FD8-BA9D-7A5700C34610}"/>
              </a:ext>
            </a:extLst>
          </p:cNvPr>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sym typeface="Meiryo UI" panose="020B0604030504040204" pitchFamily="50"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1" i="0" u="none" strike="noStrike" kern="1200" cap="none" spc="50" normalizeH="0" baseline="0" noProof="0">
              <a:ln>
                <a:noFill/>
              </a:ln>
              <a:solidFill>
                <a:srgbClr val="32AF87"/>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sp>
        <p:nvSpPr>
          <p:cNvPr id="5" name="Foliennummernplatzhalter 4">
            <a:extLst>
              <a:ext uri="{FF2B5EF4-FFF2-40B4-BE49-F238E27FC236}">
                <a16:creationId xmlns:a16="http://schemas.microsoft.com/office/drawing/2014/main" id="{71FF977A-9356-4988-A9B0-F1D302377F28}"/>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sym typeface="Meiryo UI" panose="020B0604030504040204" pitchFamily="50"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BCC1A3E-953B-4ED8-B84C-666E28A792ED}" type="slidenum">
              <a:rPr kumimoji="0" lang="en-US" sz="800" b="0" i="0" u="none" strike="noStrike" kern="1200" cap="none" spc="0" normalizeH="0" baseline="0" noProof="0" smtClean="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grpSp>
        <p:nvGrpSpPr>
          <p:cNvPr id="11" name="Group 15">
            <a:extLst>
              <a:ext uri="{FF2B5EF4-FFF2-40B4-BE49-F238E27FC236}">
                <a16:creationId xmlns:a16="http://schemas.microsoft.com/office/drawing/2014/main" id="{1B4B362B-E899-4F97-A016-8431AAEC6BEA}"/>
              </a:ext>
            </a:extLst>
          </p:cNvPr>
          <p:cNvGrpSpPr/>
          <p:nvPr userDrawn="1"/>
        </p:nvGrpSpPr>
        <p:grpSpPr>
          <a:xfrm>
            <a:off x="334964" y="6453984"/>
            <a:ext cx="11523600" cy="47643"/>
            <a:chOff x="320675" y="3232150"/>
            <a:chExt cx="8496300" cy="47625"/>
          </a:xfrm>
        </p:grpSpPr>
        <p:sp>
          <p:nvSpPr>
            <p:cNvPr id="12" name="Freeform 5">
              <a:extLst>
                <a:ext uri="{FF2B5EF4-FFF2-40B4-BE49-F238E27FC236}">
                  <a16:creationId xmlns:a16="http://schemas.microsoft.com/office/drawing/2014/main" id="{2E31D6F9-9D5F-457E-AE3C-CCE2D16DBBE4}"/>
                </a:ext>
              </a:extLst>
            </p:cNvPr>
            <p:cNvSpPr>
              <a:spLocks/>
            </p:cNvSpPr>
            <p:nvPr userDrawn="1"/>
          </p:nvSpPr>
          <p:spPr bwMode="auto">
            <a:xfrm>
              <a:off x="4511675" y="3232150"/>
              <a:ext cx="4305300" cy="47625"/>
            </a:xfrm>
            <a:custGeom>
              <a:avLst/>
              <a:gdLst>
                <a:gd name="T0" fmla="*/ 1350 w 1356"/>
                <a:gd name="T1" fmla="*/ 12 h 12"/>
                <a:gd name="T2" fmla="*/ 6 w 1356"/>
                <a:gd name="T3" fmla="*/ 12 h 12"/>
                <a:gd name="T4" fmla="*/ 0 w 1356"/>
                <a:gd name="T5" fmla="*/ 6 h 12"/>
                <a:gd name="T6" fmla="*/ 6 w 1356"/>
                <a:gd name="T7" fmla="*/ 0 h 12"/>
                <a:gd name="T8" fmla="*/ 1350 w 1356"/>
                <a:gd name="T9" fmla="*/ 0 h 12"/>
                <a:gd name="T10" fmla="*/ 1356 w 1356"/>
                <a:gd name="T11" fmla="*/ 6 h 12"/>
                <a:gd name="T12" fmla="*/ 1350 w 13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356" h="12">
                  <a:moveTo>
                    <a:pt x="1350" y="12"/>
                  </a:moveTo>
                  <a:cubicBezTo>
                    <a:pt x="6" y="12"/>
                    <a:pt x="6" y="12"/>
                    <a:pt x="6" y="12"/>
                  </a:cubicBezTo>
                  <a:cubicBezTo>
                    <a:pt x="3" y="12"/>
                    <a:pt x="0" y="10"/>
                    <a:pt x="0" y="6"/>
                  </a:cubicBezTo>
                  <a:cubicBezTo>
                    <a:pt x="0" y="3"/>
                    <a:pt x="3" y="0"/>
                    <a:pt x="6" y="0"/>
                  </a:cubicBezTo>
                  <a:cubicBezTo>
                    <a:pt x="1350" y="0"/>
                    <a:pt x="1350" y="0"/>
                    <a:pt x="1350" y="0"/>
                  </a:cubicBezTo>
                  <a:cubicBezTo>
                    <a:pt x="1353" y="0"/>
                    <a:pt x="1356" y="3"/>
                    <a:pt x="1356" y="6"/>
                  </a:cubicBezTo>
                  <a:cubicBezTo>
                    <a:pt x="1356" y="10"/>
                    <a:pt x="1353" y="12"/>
                    <a:pt x="1350"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sp>
          <p:nvSpPr>
            <p:cNvPr id="13" name="Freeform 6">
              <a:extLst>
                <a:ext uri="{FF2B5EF4-FFF2-40B4-BE49-F238E27FC236}">
                  <a16:creationId xmlns:a16="http://schemas.microsoft.com/office/drawing/2014/main" id="{4F5C7C2E-4DE9-4757-9688-E169C5372C91}"/>
                </a:ext>
              </a:extLst>
            </p:cNvPr>
            <p:cNvSpPr>
              <a:spLocks/>
            </p:cNvSpPr>
            <p:nvPr userDrawn="1"/>
          </p:nvSpPr>
          <p:spPr bwMode="auto">
            <a:xfrm>
              <a:off x="320675" y="3232150"/>
              <a:ext cx="4305300" cy="47625"/>
            </a:xfrm>
            <a:custGeom>
              <a:avLst/>
              <a:gdLst>
                <a:gd name="T0" fmla="*/ 1350 w 1356"/>
                <a:gd name="T1" fmla="*/ 12 h 12"/>
                <a:gd name="T2" fmla="*/ 6 w 1356"/>
                <a:gd name="T3" fmla="*/ 12 h 12"/>
                <a:gd name="T4" fmla="*/ 0 w 1356"/>
                <a:gd name="T5" fmla="*/ 6 h 12"/>
                <a:gd name="T6" fmla="*/ 6 w 1356"/>
                <a:gd name="T7" fmla="*/ 0 h 12"/>
                <a:gd name="T8" fmla="*/ 1350 w 1356"/>
                <a:gd name="T9" fmla="*/ 0 h 12"/>
                <a:gd name="T10" fmla="*/ 1356 w 1356"/>
                <a:gd name="T11" fmla="*/ 6 h 12"/>
                <a:gd name="T12" fmla="*/ 1350 w 13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356" h="12">
                  <a:moveTo>
                    <a:pt x="1350" y="12"/>
                  </a:moveTo>
                  <a:cubicBezTo>
                    <a:pt x="6" y="12"/>
                    <a:pt x="6" y="12"/>
                    <a:pt x="6" y="12"/>
                  </a:cubicBezTo>
                  <a:cubicBezTo>
                    <a:pt x="3" y="12"/>
                    <a:pt x="0" y="10"/>
                    <a:pt x="0" y="6"/>
                  </a:cubicBezTo>
                  <a:cubicBezTo>
                    <a:pt x="0" y="3"/>
                    <a:pt x="3" y="0"/>
                    <a:pt x="6" y="0"/>
                  </a:cubicBezTo>
                  <a:cubicBezTo>
                    <a:pt x="1350" y="0"/>
                    <a:pt x="1350" y="0"/>
                    <a:pt x="1350" y="0"/>
                  </a:cubicBezTo>
                  <a:cubicBezTo>
                    <a:pt x="1353" y="0"/>
                    <a:pt x="1356" y="3"/>
                    <a:pt x="1356" y="6"/>
                  </a:cubicBezTo>
                  <a:cubicBezTo>
                    <a:pt x="1356" y="10"/>
                    <a:pt x="1353" y="12"/>
                    <a:pt x="1350"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sp>
          <p:nvSpPr>
            <p:cNvPr id="14" name="Freeform 7">
              <a:extLst>
                <a:ext uri="{FF2B5EF4-FFF2-40B4-BE49-F238E27FC236}">
                  <a16:creationId xmlns:a16="http://schemas.microsoft.com/office/drawing/2014/main" id="{F18EA1FB-A2DA-475D-AADD-1F58C3CD50B6}"/>
                </a:ext>
              </a:extLst>
            </p:cNvPr>
            <p:cNvSpPr>
              <a:spLocks/>
            </p:cNvSpPr>
            <p:nvPr userDrawn="1"/>
          </p:nvSpPr>
          <p:spPr bwMode="auto">
            <a:xfrm>
              <a:off x="4229100" y="3232150"/>
              <a:ext cx="679450" cy="47625"/>
            </a:xfrm>
            <a:custGeom>
              <a:avLst/>
              <a:gdLst>
                <a:gd name="T0" fmla="*/ 208 w 214"/>
                <a:gd name="T1" fmla="*/ 12 h 12"/>
                <a:gd name="T2" fmla="*/ 6 w 214"/>
                <a:gd name="T3" fmla="*/ 12 h 12"/>
                <a:gd name="T4" fmla="*/ 0 w 214"/>
                <a:gd name="T5" fmla="*/ 6 h 12"/>
                <a:gd name="T6" fmla="*/ 6 w 214"/>
                <a:gd name="T7" fmla="*/ 0 h 12"/>
                <a:gd name="T8" fmla="*/ 208 w 214"/>
                <a:gd name="T9" fmla="*/ 0 h 12"/>
                <a:gd name="T10" fmla="*/ 214 w 214"/>
                <a:gd name="T11" fmla="*/ 6 h 12"/>
                <a:gd name="T12" fmla="*/ 208 w 21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14" h="12">
                  <a:moveTo>
                    <a:pt x="208" y="12"/>
                  </a:moveTo>
                  <a:cubicBezTo>
                    <a:pt x="6" y="12"/>
                    <a:pt x="6" y="12"/>
                    <a:pt x="6" y="12"/>
                  </a:cubicBezTo>
                  <a:cubicBezTo>
                    <a:pt x="3" y="12"/>
                    <a:pt x="0" y="10"/>
                    <a:pt x="0" y="6"/>
                  </a:cubicBezTo>
                  <a:cubicBezTo>
                    <a:pt x="0" y="3"/>
                    <a:pt x="3" y="0"/>
                    <a:pt x="6" y="0"/>
                  </a:cubicBezTo>
                  <a:cubicBezTo>
                    <a:pt x="208" y="0"/>
                    <a:pt x="208" y="0"/>
                    <a:pt x="208" y="0"/>
                  </a:cubicBezTo>
                  <a:cubicBezTo>
                    <a:pt x="211" y="0"/>
                    <a:pt x="214" y="3"/>
                    <a:pt x="214" y="6"/>
                  </a:cubicBezTo>
                  <a:cubicBezTo>
                    <a:pt x="214" y="10"/>
                    <a:pt x="211" y="12"/>
                    <a:pt x="208" y="12"/>
                  </a:cubicBezTo>
                  <a:close/>
                </a:path>
              </a:pathLst>
            </a:custGeom>
            <a:solidFill>
              <a:srgbClr val="00957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grpSp>
    </p:spTree>
    <p:extLst>
      <p:ext uri="{BB962C8B-B14F-4D97-AF65-F5344CB8AC3E}">
        <p14:creationId xmlns:p14="http://schemas.microsoft.com/office/powerpoint/2010/main" val="2411897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ubtitle">
    <p:spTree>
      <p:nvGrpSpPr>
        <p:cNvPr id="1" name=""/>
        <p:cNvGrpSpPr/>
        <p:nvPr/>
      </p:nvGrpSpPr>
      <p:grpSpPr>
        <a:xfrm>
          <a:off x="0" y="0"/>
          <a:ext cx="0" cy="0"/>
          <a:chOff x="0" y="0"/>
          <a:chExt cx="0" cy="0"/>
        </a:xfrm>
      </p:grpSpPr>
      <p:sp>
        <p:nvSpPr>
          <p:cNvPr id="9" name="Text Placeholder 1">
            <a:extLst>
              <a:ext uri="{FF2B5EF4-FFF2-40B4-BE49-F238E27FC236}">
                <a16:creationId xmlns:a16="http://schemas.microsoft.com/office/drawing/2014/main" id="{03785D5B-A9EC-46EA-962E-260FE62F10E2}"/>
              </a:ext>
            </a:extLst>
          </p:cNvPr>
          <p:cNvSpPr>
            <a:spLocks noGrp="1"/>
          </p:cNvSpPr>
          <p:nvPr>
            <p:ph type="body" sz="quarter" idx="14" hasCustomPrompt="1"/>
          </p:nvPr>
        </p:nvSpPr>
        <p:spPr>
          <a:xfrm>
            <a:off x="289559" y="855663"/>
            <a:ext cx="11612880" cy="557784"/>
          </a:xfrm>
        </p:spPr>
        <p:txBody>
          <a:bodyPr/>
          <a:lstStyle>
            <a:lvl1pPr>
              <a:lnSpc>
                <a:spcPct val="120000"/>
              </a:lnSpc>
              <a:spcBef>
                <a:spcPts val="0"/>
              </a:spcBef>
              <a:defRPr>
                <a:latin typeface="+mn-lt"/>
                <a:ea typeface="+mn-ea"/>
              </a:defRPr>
            </a:lvl1pPr>
          </a:lstStyle>
          <a:p>
            <a:pPr lvl="0"/>
            <a:r>
              <a:rPr lang="en" dirty="0"/>
              <a:t>Click to edit Master text styles</a:t>
            </a:r>
          </a:p>
        </p:txBody>
      </p:sp>
      <p:sp>
        <p:nvSpPr>
          <p:cNvPr id="2" name="タイトル 1">
            <a:extLst>
              <a:ext uri="{FF2B5EF4-FFF2-40B4-BE49-F238E27FC236}">
                <a16:creationId xmlns:a16="http://schemas.microsoft.com/office/drawing/2014/main" id="{B916FEAC-8CDC-7E1B-14BF-2AD59CE332F1}"/>
              </a:ext>
            </a:extLst>
          </p:cNvPr>
          <p:cNvSpPr>
            <a:spLocks noGrp="1"/>
          </p:cNvSpPr>
          <p:nvPr>
            <p:ph type="title"/>
          </p:nvPr>
        </p:nvSpPr>
        <p:spPr/>
        <p:txBody>
          <a:bodyPr/>
          <a:lstStyle/>
          <a:p>
            <a:r>
              <a:rPr kumimoji="1" lang="en" altLang="en-US"/>
              <a:t>Master Title Formatting</a:t>
            </a:r>
          </a:p>
        </p:txBody>
      </p:sp>
      <p:sp>
        <p:nvSpPr>
          <p:cNvPr id="3" name="フッター プレースホルダー 2">
            <a:extLst>
              <a:ext uri="{FF2B5EF4-FFF2-40B4-BE49-F238E27FC236}">
                <a16:creationId xmlns:a16="http://schemas.microsoft.com/office/drawing/2014/main" id="{617AE797-6580-6D09-C08F-547A5B2E9D65}"/>
              </a:ext>
            </a:extLst>
          </p:cNvPr>
          <p:cNvSpPr>
            <a:spLocks noGrp="1"/>
          </p:cNvSpPr>
          <p:nvPr>
            <p:ph type="ftr" sz="quarter" idx="15"/>
          </p:nvPr>
        </p:nvSpPr>
        <p:spPr/>
        <p:txBody>
          <a:bodyPr/>
          <a:lstStyle/>
          <a:p>
            <a:r>
              <a:rPr kumimoji="1" lang="en" altLang="en-US"/>
              <a:t>Footer (Optional)</a:t>
            </a:r>
            <a:endParaRPr kumimoji="1" lang="ja-JP" altLang="en-US"/>
          </a:p>
        </p:txBody>
      </p:sp>
      <p:sp>
        <p:nvSpPr>
          <p:cNvPr id="4" name="スライド番号プレースホルダー 3">
            <a:extLst>
              <a:ext uri="{FF2B5EF4-FFF2-40B4-BE49-F238E27FC236}">
                <a16:creationId xmlns:a16="http://schemas.microsoft.com/office/drawing/2014/main" id="{B3A9BD52-1F56-A71B-F927-CD0784C13905}"/>
              </a:ext>
            </a:extLst>
          </p:cNvPr>
          <p:cNvSpPr>
            <a:spLocks noGrp="1"/>
          </p:cNvSpPr>
          <p:nvPr>
            <p:ph type="sldNum" sz="quarter" idx="16"/>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1683936989"/>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E99C4F9-BAD0-2072-8AFB-88EA85556660}"/>
              </a:ext>
            </a:extLst>
          </p:cNvPr>
          <p:cNvSpPr>
            <a:spLocks noGrp="1"/>
          </p:cNvSpPr>
          <p:nvPr>
            <p:ph type="dt" sz="half" idx="10"/>
          </p:nvPr>
        </p:nvSpPr>
        <p:spPr/>
        <p:txBody>
          <a:bodyPr/>
          <a:lstStyle/>
          <a:p>
            <a:fld id="{B742753C-EB75-4D06-9958-5AB1E7836596}" type="datetime1">
              <a:rPr kumimoji="1" lang="ja-JP" altLang="en-US" smtClean="0"/>
              <a:t>2026/4/1</a:t>
            </a:fld>
            <a:endParaRPr kumimoji="1" lang="ja-JP" altLang="en-US"/>
          </a:p>
        </p:txBody>
      </p:sp>
      <p:sp>
        <p:nvSpPr>
          <p:cNvPr id="3" name="フッター プレースホルダー 2">
            <a:extLst>
              <a:ext uri="{FF2B5EF4-FFF2-40B4-BE49-F238E27FC236}">
                <a16:creationId xmlns:a16="http://schemas.microsoft.com/office/drawing/2014/main" id="{A03424A3-A832-F55C-AA95-BB2E283283A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36FB0D7-2B8E-51D4-E47F-8CDC078FDB3E}"/>
              </a:ext>
            </a:extLst>
          </p:cNvPr>
          <p:cNvSpPr>
            <a:spLocks noGrp="1"/>
          </p:cNvSpPr>
          <p:nvPr>
            <p:ph type="sldNum" sz="quarter" idx="12"/>
          </p:nvPr>
        </p:nvSpPr>
        <p:spPr>
          <a:xfrm>
            <a:off x="8610600" y="6356350"/>
            <a:ext cx="2743200" cy="365125"/>
          </a:xfrm>
          <a:prstGeom prst="rect">
            <a:avLst/>
          </a:prstGeom>
        </p:spPr>
        <p:txBody>
          <a:bodyPr/>
          <a:lstStyle/>
          <a:p>
            <a:fld id="{2B30C487-86B6-4AFA-BEA8-AE81FAACFD13}" type="slidenum">
              <a:rPr kumimoji="1" lang="ja-JP" altLang="en-US" smtClean="0"/>
              <a:t>‹#›</a:t>
            </a:fld>
            <a:endParaRPr kumimoji="1" lang="ja-JP" altLang="en-US"/>
          </a:p>
        </p:txBody>
      </p:sp>
    </p:spTree>
    <p:extLst>
      <p:ext uri="{BB962C8B-B14F-4D97-AF65-F5344CB8AC3E}">
        <p14:creationId xmlns:p14="http://schemas.microsoft.com/office/powerpoint/2010/main" val="5970839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タイトルスライド">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4ED389A-036B-FF88-9EDF-F6712911A8DC}"/>
              </a:ext>
            </a:extLst>
          </p:cNvPr>
          <p:cNvGraphicFramePr>
            <a:graphicFrameLocks noChangeAspect="1"/>
          </p:cNvGraphicFramePr>
          <p:nvPr userDrawn="1">
            <p:custDataLst>
              <p:tags r:id="rId1"/>
            </p:custDataLst>
            <p:extLst>
              <p:ext uri="{D42A27DB-BD31-4B8C-83A1-F6EECF244321}">
                <p14:modId xmlns:p14="http://schemas.microsoft.com/office/powerpoint/2010/main" val="19498858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74ED389A-036B-FF88-9EDF-F6712911A8D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334963" y="1688908"/>
            <a:ext cx="8301036" cy="2109656"/>
          </a:xfrm>
        </p:spPr>
        <p:txBody>
          <a:bodyPr vert="horz" anchor="b"/>
          <a:lstStyle>
            <a:lvl1pPr algn="l">
              <a:defRPr sz="3200" baseline="0">
                <a:latin typeface="Meiryo UI" panose="020B0604030504040204" pitchFamily="50" charset="-128"/>
                <a:ea typeface="Meiryo UI" panose="020B0604030504040204" pitchFamily="50" charset="-128"/>
                <a:sym typeface="Meiryo UI" panose="020B0604030504040204" pitchFamily="50" charset="-128"/>
              </a:defRPr>
            </a:lvl1pPr>
          </a:lstStyle>
          <a:p>
            <a:r>
              <a:rPr lang="en" altLang="en-US" noProof="0"/>
              <a:t>Master Title Formatting</a:t>
            </a:r>
            <a:endParaRPr lang="en-US" noProof="0"/>
          </a:p>
        </p:txBody>
      </p:sp>
      <p:sp>
        <p:nvSpPr>
          <p:cNvPr id="3" name="Subtitle 2"/>
          <p:cNvSpPr>
            <a:spLocks noGrp="1"/>
          </p:cNvSpPr>
          <p:nvPr>
            <p:ph type="subTitle" idx="1"/>
          </p:nvPr>
        </p:nvSpPr>
        <p:spPr>
          <a:xfrm>
            <a:off x="334962" y="3764656"/>
            <a:ext cx="8301036" cy="997354"/>
          </a:xfrm>
        </p:spPr>
        <p:txBody>
          <a:bodyPr/>
          <a:lstStyle>
            <a:lvl1pPr marL="0" indent="0" algn="l">
              <a:spcAft>
                <a:spcPts val="0"/>
              </a:spcAft>
              <a:buNone/>
              <a:defRPr sz="1600" baseline="0">
                <a:latin typeface="Meiryo UI" panose="020B0604030504040204" pitchFamily="50" charset="-128"/>
                <a:ea typeface="Meiryo UI" panose="020B0604030504040204" pitchFamily="50" charset="-128"/>
                <a:sym typeface="Meiryo UI"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 altLang="en-US" noProof="0"/>
              <a:t>Master Subtitle Formatting</a:t>
            </a:r>
            <a:endParaRPr lang="en-US" noProof="0"/>
          </a:p>
        </p:txBody>
      </p:sp>
      <p:grpSp>
        <p:nvGrpSpPr>
          <p:cNvPr id="21" name="Gruppieren 20">
            <a:extLst>
              <a:ext uri="{FF2B5EF4-FFF2-40B4-BE49-F238E27FC236}">
                <a16:creationId xmlns:a16="http://schemas.microsoft.com/office/drawing/2014/main" id="{7EB9A665-80C5-45C6-B395-1657CD678686}"/>
              </a:ext>
            </a:extLst>
          </p:cNvPr>
          <p:cNvGrpSpPr/>
          <p:nvPr userDrawn="1"/>
        </p:nvGrpSpPr>
        <p:grpSpPr>
          <a:xfrm>
            <a:off x="6113335" y="2722848"/>
            <a:ext cx="6078665" cy="4135152"/>
            <a:chOff x="3065335" y="2722848"/>
            <a:chExt cx="6078665" cy="4135152"/>
          </a:xfrm>
        </p:grpSpPr>
        <p:sp>
          <p:nvSpPr>
            <p:cNvPr id="22" name="Freeform: Shape 20">
              <a:extLst>
                <a:ext uri="{FF2B5EF4-FFF2-40B4-BE49-F238E27FC236}">
                  <a16:creationId xmlns:a16="http://schemas.microsoft.com/office/drawing/2014/main" id="{E8BAF14D-0CAF-439A-880B-43598B319EC7}"/>
                </a:ext>
              </a:extLst>
            </p:cNvPr>
            <p:cNvSpPr>
              <a:spLocks/>
            </p:cNvSpPr>
            <p:nvPr userDrawn="1"/>
          </p:nvSpPr>
          <p:spPr bwMode="auto">
            <a:xfrm>
              <a:off x="5236307" y="2722848"/>
              <a:ext cx="3907693" cy="3087831"/>
            </a:xfrm>
            <a:custGeom>
              <a:avLst/>
              <a:gdLst>
                <a:gd name="connsiteX0" fmla="*/ 3960738 w 3960738"/>
                <a:gd name="connsiteY0" fmla="*/ 0 h 3129747"/>
                <a:gd name="connsiteX1" fmla="*/ 3960738 w 3960738"/>
                <a:gd name="connsiteY1" fmla="*/ 1237877 h 3129747"/>
                <a:gd name="connsiteX2" fmla="*/ 3943018 w 3960738"/>
                <a:gd name="connsiteY2" fmla="*/ 1248057 h 3129747"/>
                <a:gd name="connsiteX3" fmla="*/ 793451 w 3960738"/>
                <a:gd name="connsiteY3" fmla="*/ 3057491 h 3129747"/>
                <a:gd name="connsiteX4" fmla="*/ 69933 w 3960738"/>
                <a:gd name="connsiteY4" fmla="*/ 2864340 h 3129747"/>
                <a:gd name="connsiteX5" fmla="*/ 266087 w 3960738"/>
                <a:gd name="connsiteY5" fmla="*/ 2140023 h 3129747"/>
                <a:gd name="connsiteX6" fmla="*/ 3651493 w 3960738"/>
                <a:gd name="connsiteY6" fmla="*/ 179121 h 3129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60738" h="3129747">
                  <a:moveTo>
                    <a:pt x="3960738" y="0"/>
                  </a:moveTo>
                  <a:lnTo>
                    <a:pt x="3960738" y="1237877"/>
                  </a:lnTo>
                  <a:lnTo>
                    <a:pt x="3943018" y="1248057"/>
                  </a:lnTo>
                  <a:cubicBezTo>
                    <a:pt x="3793038" y="1334221"/>
                    <a:pt x="3193121" y="1678875"/>
                    <a:pt x="793451" y="3057491"/>
                  </a:cubicBezTo>
                  <a:cubicBezTo>
                    <a:pt x="542632" y="3205573"/>
                    <a:pt x="217852" y="3118655"/>
                    <a:pt x="69933" y="2864340"/>
                  </a:cubicBezTo>
                  <a:cubicBezTo>
                    <a:pt x="-74771" y="2610024"/>
                    <a:pt x="12051" y="2288105"/>
                    <a:pt x="266087" y="2140023"/>
                  </a:cubicBezTo>
                  <a:cubicBezTo>
                    <a:pt x="266087" y="2140023"/>
                    <a:pt x="266087" y="2140023"/>
                    <a:pt x="3651493" y="17912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sp>
          <p:nvSpPr>
            <p:cNvPr id="23" name="Freihandform: Form 22">
              <a:extLst>
                <a:ext uri="{FF2B5EF4-FFF2-40B4-BE49-F238E27FC236}">
                  <a16:creationId xmlns:a16="http://schemas.microsoft.com/office/drawing/2014/main" id="{5E96AA85-5FCA-48E8-8506-7A0D8A4E4CBF}"/>
                </a:ext>
              </a:extLst>
            </p:cNvPr>
            <p:cNvSpPr>
              <a:spLocks/>
            </p:cNvSpPr>
            <p:nvPr userDrawn="1"/>
          </p:nvSpPr>
          <p:spPr bwMode="auto">
            <a:xfrm>
              <a:off x="3065335" y="4638458"/>
              <a:ext cx="4488183" cy="2219542"/>
            </a:xfrm>
            <a:custGeom>
              <a:avLst/>
              <a:gdLst>
                <a:gd name="connsiteX0" fmla="*/ 3925732 w 4488183"/>
                <a:gd name="connsiteY0" fmla="*/ 1334 h 2219542"/>
                <a:gd name="connsiteX1" fmla="*/ 4001553 w 4488183"/>
                <a:gd name="connsiteY1" fmla="*/ 1407 h 2219542"/>
                <a:gd name="connsiteX2" fmla="*/ 4416980 w 4488183"/>
                <a:gd name="connsiteY2" fmla="*/ 262717 h 2219542"/>
                <a:gd name="connsiteX3" fmla="*/ 4226646 w 4488183"/>
                <a:gd name="connsiteY3" fmla="*/ 977070 h 2219542"/>
                <a:gd name="connsiteX4" fmla="*/ 2174523 w 4488183"/>
                <a:gd name="connsiteY4" fmla="*/ 2165121 h 2219542"/>
                <a:gd name="connsiteX5" fmla="*/ 2080522 w 4488183"/>
                <a:gd name="connsiteY5" fmla="*/ 2219542 h 2219542"/>
                <a:gd name="connsiteX6" fmla="*/ 0 w 4488183"/>
                <a:gd name="connsiteY6" fmla="*/ 2219542 h 2219542"/>
                <a:gd name="connsiteX7" fmla="*/ 2503 w 4488183"/>
                <a:gd name="connsiteY7" fmla="*/ 2218089 h 2219542"/>
                <a:gd name="connsiteX8" fmla="*/ 3703226 w 4488183"/>
                <a:gd name="connsiteY8" fmla="*/ 69047 h 2219542"/>
                <a:gd name="connsiteX9" fmla="*/ 3925732 w 4488183"/>
                <a:gd name="connsiteY9" fmla="*/ 1334 h 221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88183" h="2219542">
                  <a:moveTo>
                    <a:pt x="3925732" y="1334"/>
                  </a:moveTo>
                  <a:cubicBezTo>
                    <a:pt x="3951072" y="-477"/>
                    <a:pt x="3976414" y="-435"/>
                    <a:pt x="4001553" y="1407"/>
                  </a:cubicBezTo>
                  <a:cubicBezTo>
                    <a:pt x="4169149" y="13684"/>
                    <a:pt x="4327761" y="105956"/>
                    <a:pt x="4416980" y="262717"/>
                  </a:cubicBezTo>
                  <a:cubicBezTo>
                    <a:pt x="4562903" y="510359"/>
                    <a:pt x="4477253" y="831025"/>
                    <a:pt x="4226646" y="977070"/>
                  </a:cubicBezTo>
                  <a:cubicBezTo>
                    <a:pt x="4226646" y="977070"/>
                    <a:pt x="4226646" y="977070"/>
                    <a:pt x="2174523" y="2165121"/>
                  </a:cubicBezTo>
                  <a:lnTo>
                    <a:pt x="2080522" y="2219542"/>
                  </a:lnTo>
                  <a:lnTo>
                    <a:pt x="0" y="2219542"/>
                  </a:lnTo>
                  <a:lnTo>
                    <a:pt x="2503" y="2218089"/>
                  </a:lnTo>
                  <a:cubicBezTo>
                    <a:pt x="649291" y="1842493"/>
                    <a:pt x="1768059" y="1192815"/>
                    <a:pt x="3703226" y="69047"/>
                  </a:cubicBezTo>
                  <a:cubicBezTo>
                    <a:pt x="3773709" y="28865"/>
                    <a:pt x="3849713" y="6765"/>
                    <a:pt x="3925732" y="1334"/>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sp>
          <p:nvSpPr>
            <p:cNvPr id="24" name="Freeform 7">
              <a:extLst>
                <a:ext uri="{FF2B5EF4-FFF2-40B4-BE49-F238E27FC236}">
                  <a16:creationId xmlns:a16="http://schemas.microsoft.com/office/drawing/2014/main" id="{809E85E8-1777-4962-BFEA-74A17986F59C}"/>
                </a:ext>
              </a:extLst>
            </p:cNvPr>
            <p:cNvSpPr>
              <a:spLocks/>
            </p:cNvSpPr>
            <p:nvPr userDrawn="1"/>
          </p:nvSpPr>
          <p:spPr bwMode="auto">
            <a:xfrm>
              <a:off x="5305246" y="4564634"/>
              <a:ext cx="2177110" cy="1320855"/>
            </a:xfrm>
            <a:custGeom>
              <a:avLst/>
              <a:gdLst>
                <a:gd name="T0" fmla="*/ 686 w 686"/>
                <a:gd name="T1" fmla="*/ 106 h 416"/>
                <a:gd name="T2" fmla="*/ 461 w 686"/>
                <a:gd name="T3" fmla="*/ 45 h 416"/>
                <a:gd name="T4" fmla="*/ 0 w 686"/>
                <a:gd name="T5" fmla="*/ 310 h 416"/>
                <a:gd name="T6" fmla="*/ 0 w 686"/>
                <a:gd name="T7" fmla="*/ 310 h 416"/>
                <a:gd name="T8" fmla="*/ 225 w 686"/>
                <a:gd name="T9" fmla="*/ 370 h 416"/>
                <a:gd name="T10" fmla="*/ 686 w 686"/>
                <a:gd name="T11" fmla="*/ 106 h 416"/>
                <a:gd name="T12" fmla="*/ 686 w 686"/>
                <a:gd name="T13" fmla="*/ 106 h 416"/>
              </a:gdLst>
              <a:ahLst/>
              <a:cxnLst>
                <a:cxn ang="0">
                  <a:pos x="T0" y="T1"/>
                </a:cxn>
                <a:cxn ang="0">
                  <a:pos x="T2" y="T3"/>
                </a:cxn>
                <a:cxn ang="0">
                  <a:pos x="T4" y="T5"/>
                </a:cxn>
                <a:cxn ang="0">
                  <a:pos x="T6" y="T7"/>
                </a:cxn>
                <a:cxn ang="0">
                  <a:pos x="T8" y="T9"/>
                </a:cxn>
                <a:cxn ang="0">
                  <a:pos x="T10" y="T11"/>
                </a:cxn>
                <a:cxn ang="0">
                  <a:pos x="T12" y="T13"/>
                </a:cxn>
              </a:cxnLst>
              <a:rect l="0" t="0" r="r" b="b"/>
              <a:pathLst>
                <a:path w="686" h="416">
                  <a:moveTo>
                    <a:pt x="686" y="106"/>
                  </a:moveTo>
                  <a:cubicBezTo>
                    <a:pt x="641" y="27"/>
                    <a:pt x="540" y="0"/>
                    <a:pt x="461" y="45"/>
                  </a:cubicBezTo>
                  <a:cubicBezTo>
                    <a:pt x="0" y="310"/>
                    <a:pt x="0" y="310"/>
                    <a:pt x="0" y="310"/>
                  </a:cubicBezTo>
                  <a:cubicBezTo>
                    <a:pt x="0" y="310"/>
                    <a:pt x="0" y="310"/>
                    <a:pt x="0" y="310"/>
                  </a:cubicBezTo>
                  <a:cubicBezTo>
                    <a:pt x="46" y="389"/>
                    <a:pt x="147" y="416"/>
                    <a:pt x="225" y="370"/>
                  </a:cubicBezTo>
                  <a:cubicBezTo>
                    <a:pt x="686" y="106"/>
                    <a:pt x="686" y="106"/>
                    <a:pt x="686" y="106"/>
                  </a:cubicBezTo>
                  <a:cubicBezTo>
                    <a:pt x="686" y="106"/>
                    <a:pt x="686" y="106"/>
                    <a:pt x="686" y="106"/>
                  </a:cubicBezTo>
                  <a:close/>
                </a:path>
              </a:pathLst>
            </a:custGeom>
            <a:solidFill>
              <a:srgbClr val="009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grpSp>
      <p:pic>
        <p:nvPicPr>
          <p:cNvPr id="26" name="Picture 8">
            <a:extLst>
              <a:ext uri="{FF2B5EF4-FFF2-40B4-BE49-F238E27FC236}">
                <a16:creationId xmlns:a16="http://schemas.microsoft.com/office/drawing/2014/main" id="{51494BBA-58B4-4E51-94AF-88EEF85D134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3545" y="323850"/>
            <a:ext cx="1800182" cy="514625"/>
          </a:xfrm>
          <a:prstGeom prst="rect">
            <a:avLst/>
          </a:prstGeom>
        </p:spPr>
      </p:pic>
      <p:pic>
        <p:nvPicPr>
          <p:cNvPr id="10" name="図 9">
            <a:extLst>
              <a:ext uri="{FF2B5EF4-FFF2-40B4-BE49-F238E27FC236}">
                <a16:creationId xmlns:a16="http://schemas.microsoft.com/office/drawing/2014/main" id="{82D08451-254F-4021-8C6B-78B81AA3784B}"/>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10566605" y="6348403"/>
            <a:ext cx="1307895" cy="177653"/>
          </a:xfrm>
          <a:prstGeom prst="rect">
            <a:avLst/>
          </a:prstGeom>
        </p:spPr>
      </p:pic>
    </p:spTree>
    <p:extLst>
      <p:ext uri="{BB962C8B-B14F-4D97-AF65-F5344CB8AC3E}">
        <p14:creationId xmlns:p14="http://schemas.microsoft.com/office/powerpoint/2010/main" val="581058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slideLayout" Target="../slideLayouts/slideLayout3.xml"/><Relationship Id="rId7"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1.xml"/><Relationship Id="rId4" Type="http://schemas.openxmlformats.org/officeDocument/2006/relationships/theme" Target="../theme/theme1.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1.emf"/><Relationship Id="rId2" Type="http://schemas.openxmlformats.org/officeDocument/2006/relationships/theme" Target="../theme/theme2.xml"/><Relationship Id="rId1" Type="http://schemas.openxmlformats.org/officeDocument/2006/relationships/slideLayout" Target="../slideLayouts/slideLayout4.xml"/><Relationship Id="rId6" Type="http://schemas.openxmlformats.org/officeDocument/2006/relationships/image" Target="../media/image3.emf"/><Relationship Id="rId5" Type="http://schemas.openxmlformats.org/officeDocument/2006/relationships/image" Target="../media/image2.emf"/><Relationship Id="rId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997BCF6-8393-CE01-20EF-301B1C0CCC69}"/>
              </a:ext>
            </a:extLst>
          </p:cNvPr>
          <p:cNvGraphicFramePr>
            <a:graphicFrameLocks noChangeAspect="1"/>
          </p:cNvGraphicFramePr>
          <p:nvPr userDrawn="1">
            <p:custDataLst>
              <p:tags r:id="rId5"/>
            </p:custDataLst>
            <p:extLst>
              <p:ext uri="{D42A27DB-BD31-4B8C-83A1-F6EECF244321}">
                <p14:modId xmlns:p14="http://schemas.microsoft.com/office/powerpoint/2010/main" val="1405121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04" imgH="405" progId="TCLayout.ActiveDocument.1">
                  <p:embed/>
                </p:oleObj>
              </mc:Choice>
              <mc:Fallback>
                <p:oleObj name="think-cell Slide" r:id="rId6" imgW="404" imgH="405" progId="TCLayout.ActiveDocument.1">
                  <p:embed/>
                  <p:pic>
                    <p:nvPicPr>
                      <p:cNvPr id="7" name="think-cell data - do not delete" hidden="1">
                        <a:extLst>
                          <a:ext uri="{FF2B5EF4-FFF2-40B4-BE49-F238E27FC236}">
                            <a16:creationId xmlns:a16="http://schemas.microsoft.com/office/drawing/2014/main" id="{7997BCF6-8393-CE01-20EF-301B1C0CCC69}"/>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334963" y="301627"/>
            <a:ext cx="9758225" cy="864000"/>
          </a:xfrm>
          <a:prstGeom prst="rect">
            <a:avLst/>
          </a:prstGeom>
        </p:spPr>
        <p:txBody>
          <a:bodyPr vert="horz" lIns="0" tIns="0" rIns="0" bIns="0" rtlCol="0" anchor="t" anchorCtr="0">
            <a:noAutofit/>
          </a:bodyPr>
          <a:lstStyle/>
          <a:p>
            <a:r>
              <a:rPr lang="en" altLang="en-US" noProof="0"/>
              <a:t>Master Title Formatting</a:t>
            </a:r>
            <a:endParaRPr lang="en-US" noProof="0"/>
          </a:p>
        </p:txBody>
      </p:sp>
      <p:sp>
        <p:nvSpPr>
          <p:cNvPr id="3" name="Text Placeholder 2"/>
          <p:cNvSpPr>
            <a:spLocks noGrp="1"/>
          </p:cNvSpPr>
          <p:nvPr>
            <p:ph type="body" idx="1"/>
          </p:nvPr>
        </p:nvSpPr>
        <p:spPr>
          <a:xfrm>
            <a:off x="334964" y="1302790"/>
            <a:ext cx="11522074" cy="5021176"/>
          </a:xfrm>
          <a:prstGeom prst="rect">
            <a:avLst/>
          </a:prstGeom>
        </p:spPr>
        <p:txBody>
          <a:bodyPr vert="horz" lIns="0" tIns="0" rIns="0" bIns="0" rtlCol="0" anchor="t" anchorCtr="0">
            <a:noAutofit/>
          </a:bodyPr>
          <a:lstStyle/>
          <a:p>
            <a:pPr lvl="0"/>
            <a:r>
              <a:rPr lang="en" altLang="en-US" noProof="0"/>
              <a:t>Master Text Formatting</a:t>
            </a:r>
            <a:endParaRPr lang="en-US" altLang="ja-JP" noProof="0"/>
          </a:p>
          <a:p>
            <a:pPr lvl="1"/>
            <a:r>
              <a:rPr lang="en" altLang="ja-JP" noProof="0"/>
              <a:t>Second Level</a:t>
            </a:r>
            <a:endParaRPr lang="en-US" altLang="ja-JP" noProof="0"/>
          </a:p>
          <a:p>
            <a:pPr lvl="2"/>
            <a:r>
              <a:rPr lang="en" altLang="ja-JP" noProof="0"/>
              <a:t>Third Level</a:t>
            </a:r>
            <a:endParaRPr lang="en-US" noProof="0"/>
          </a:p>
        </p:txBody>
      </p:sp>
      <p:sp>
        <p:nvSpPr>
          <p:cNvPr id="6" name="Slide Number Placeholder 5"/>
          <p:cNvSpPr>
            <a:spLocks noGrp="1"/>
          </p:cNvSpPr>
          <p:nvPr>
            <p:ph type="sldNum" sz="quarter" idx="4"/>
          </p:nvPr>
        </p:nvSpPr>
        <p:spPr>
          <a:xfrm>
            <a:off x="11056938" y="6556374"/>
            <a:ext cx="800100" cy="165103"/>
          </a:xfrm>
          <a:prstGeom prst="rect">
            <a:avLst/>
          </a:prstGeom>
        </p:spPr>
        <p:txBody>
          <a:bodyPr vert="horz" lIns="0" tIns="0" rIns="0" bIns="0" rtlCol="0" anchor="t" anchorCtr="0">
            <a:noAutofit/>
          </a:bodyPr>
          <a:lstStyle>
            <a:lvl1pPr algn="r">
              <a:defRPr sz="80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BCC1A3E-953B-4ED8-B84C-666E28A792ED}" type="slidenum">
              <a:rPr kumimoji="0" lang="en-US" sz="800" b="0" i="0" u="none" strike="noStrike" kern="1200" cap="none" spc="0" normalizeH="0" baseline="0" noProof="0" smtClean="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grpSp>
        <p:nvGrpSpPr>
          <p:cNvPr id="16" name="Group 15">
            <a:extLst>
              <a:ext uri="{FF2B5EF4-FFF2-40B4-BE49-F238E27FC236}">
                <a16:creationId xmlns:a16="http://schemas.microsoft.com/office/drawing/2014/main" id="{EB9135DB-4BFC-428E-BD18-BEEBB781539A}"/>
              </a:ext>
            </a:extLst>
          </p:cNvPr>
          <p:cNvGrpSpPr/>
          <p:nvPr userDrawn="1"/>
        </p:nvGrpSpPr>
        <p:grpSpPr>
          <a:xfrm>
            <a:off x="334964" y="6453984"/>
            <a:ext cx="11523600" cy="47643"/>
            <a:chOff x="320675" y="3232150"/>
            <a:chExt cx="8496300" cy="47625"/>
          </a:xfrm>
        </p:grpSpPr>
        <p:sp>
          <p:nvSpPr>
            <p:cNvPr id="13" name="Freeform 5">
              <a:extLst>
                <a:ext uri="{FF2B5EF4-FFF2-40B4-BE49-F238E27FC236}">
                  <a16:creationId xmlns:a16="http://schemas.microsoft.com/office/drawing/2014/main" id="{87D30692-8AE1-4F11-B4FB-F90AC0C3663F}"/>
                </a:ext>
              </a:extLst>
            </p:cNvPr>
            <p:cNvSpPr>
              <a:spLocks/>
            </p:cNvSpPr>
            <p:nvPr userDrawn="1"/>
          </p:nvSpPr>
          <p:spPr bwMode="auto">
            <a:xfrm>
              <a:off x="4511675" y="3232150"/>
              <a:ext cx="4305300" cy="47625"/>
            </a:xfrm>
            <a:custGeom>
              <a:avLst/>
              <a:gdLst>
                <a:gd name="T0" fmla="*/ 1350 w 1356"/>
                <a:gd name="T1" fmla="*/ 12 h 12"/>
                <a:gd name="T2" fmla="*/ 6 w 1356"/>
                <a:gd name="T3" fmla="*/ 12 h 12"/>
                <a:gd name="T4" fmla="*/ 0 w 1356"/>
                <a:gd name="T5" fmla="*/ 6 h 12"/>
                <a:gd name="T6" fmla="*/ 6 w 1356"/>
                <a:gd name="T7" fmla="*/ 0 h 12"/>
                <a:gd name="T8" fmla="*/ 1350 w 1356"/>
                <a:gd name="T9" fmla="*/ 0 h 12"/>
                <a:gd name="T10" fmla="*/ 1356 w 1356"/>
                <a:gd name="T11" fmla="*/ 6 h 12"/>
                <a:gd name="T12" fmla="*/ 1350 w 13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356" h="12">
                  <a:moveTo>
                    <a:pt x="1350" y="12"/>
                  </a:moveTo>
                  <a:cubicBezTo>
                    <a:pt x="6" y="12"/>
                    <a:pt x="6" y="12"/>
                    <a:pt x="6" y="12"/>
                  </a:cubicBezTo>
                  <a:cubicBezTo>
                    <a:pt x="3" y="12"/>
                    <a:pt x="0" y="10"/>
                    <a:pt x="0" y="6"/>
                  </a:cubicBezTo>
                  <a:cubicBezTo>
                    <a:pt x="0" y="3"/>
                    <a:pt x="3" y="0"/>
                    <a:pt x="6" y="0"/>
                  </a:cubicBezTo>
                  <a:cubicBezTo>
                    <a:pt x="1350" y="0"/>
                    <a:pt x="1350" y="0"/>
                    <a:pt x="1350" y="0"/>
                  </a:cubicBezTo>
                  <a:cubicBezTo>
                    <a:pt x="1353" y="0"/>
                    <a:pt x="1356" y="3"/>
                    <a:pt x="1356" y="6"/>
                  </a:cubicBezTo>
                  <a:cubicBezTo>
                    <a:pt x="1356" y="10"/>
                    <a:pt x="1353" y="12"/>
                    <a:pt x="1350"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sp>
          <p:nvSpPr>
            <p:cNvPr id="14" name="Freeform 6">
              <a:extLst>
                <a:ext uri="{FF2B5EF4-FFF2-40B4-BE49-F238E27FC236}">
                  <a16:creationId xmlns:a16="http://schemas.microsoft.com/office/drawing/2014/main" id="{2CC51F09-3017-4C3A-AC20-FD8AA01626A7}"/>
                </a:ext>
              </a:extLst>
            </p:cNvPr>
            <p:cNvSpPr>
              <a:spLocks/>
            </p:cNvSpPr>
            <p:nvPr userDrawn="1"/>
          </p:nvSpPr>
          <p:spPr bwMode="auto">
            <a:xfrm>
              <a:off x="320675" y="3232150"/>
              <a:ext cx="4305300" cy="47625"/>
            </a:xfrm>
            <a:custGeom>
              <a:avLst/>
              <a:gdLst>
                <a:gd name="T0" fmla="*/ 1350 w 1356"/>
                <a:gd name="T1" fmla="*/ 12 h 12"/>
                <a:gd name="T2" fmla="*/ 6 w 1356"/>
                <a:gd name="T3" fmla="*/ 12 h 12"/>
                <a:gd name="T4" fmla="*/ 0 w 1356"/>
                <a:gd name="T5" fmla="*/ 6 h 12"/>
                <a:gd name="T6" fmla="*/ 6 w 1356"/>
                <a:gd name="T7" fmla="*/ 0 h 12"/>
                <a:gd name="T8" fmla="*/ 1350 w 1356"/>
                <a:gd name="T9" fmla="*/ 0 h 12"/>
                <a:gd name="T10" fmla="*/ 1356 w 1356"/>
                <a:gd name="T11" fmla="*/ 6 h 12"/>
                <a:gd name="T12" fmla="*/ 1350 w 13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356" h="12">
                  <a:moveTo>
                    <a:pt x="1350" y="12"/>
                  </a:moveTo>
                  <a:cubicBezTo>
                    <a:pt x="6" y="12"/>
                    <a:pt x="6" y="12"/>
                    <a:pt x="6" y="12"/>
                  </a:cubicBezTo>
                  <a:cubicBezTo>
                    <a:pt x="3" y="12"/>
                    <a:pt x="0" y="10"/>
                    <a:pt x="0" y="6"/>
                  </a:cubicBezTo>
                  <a:cubicBezTo>
                    <a:pt x="0" y="3"/>
                    <a:pt x="3" y="0"/>
                    <a:pt x="6" y="0"/>
                  </a:cubicBezTo>
                  <a:cubicBezTo>
                    <a:pt x="1350" y="0"/>
                    <a:pt x="1350" y="0"/>
                    <a:pt x="1350" y="0"/>
                  </a:cubicBezTo>
                  <a:cubicBezTo>
                    <a:pt x="1353" y="0"/>
                    <a:pt x="1356" y="3"/>
                    <a:pt x="1356" y="6"/>
                  </a:cubicBezTo>
                  <a:cubicBezTo>
                    <a:pt x="1356" y="10"/>
                    <a:pt x="1353" y="12"/>
                    <a:pt x="1350"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sp>
          <p:nvSpPr>
            <p:cNvPr id="15" name="Freeform 7">
              <a:extLst>
                <a:ext uri="{FF2B5EF4-FFF2-40B4-BE49-F238E27FC236}">
                  <a16:creationId xmlns:a16="http://schemas.microsoft.com/office/drawing/2014/main" id="{6C6687B5-E176-416B-B9F5-BADB8EB69580}"/>
                </a:ext>
              </a:extLst>
            </p:cNvPr>
            <p:cNvSpPr>
              <a:spLocks/>
            </p:cNvSpPr>
            <p:nvPr userDrawn="1"/>
          </p:nvSpPr>
          <p:spPr bwMode="auto">
            <a:xfrm>
              <a:off x="4229100" y="3232150"/>
              <a:ext cx="679450" cy="47625"/>
            </a:xfrm>
            <a:custGeom>
              <a:avLst/>
              <a:gdLst>
                <a:gd name="T0" fmla="*/ 208 w 214"/>
                <a:gd name="T1" fmla="*/ 12 h 12"/>
                <a:gd name="T2" fmla="*/ 6 w 214"/>
                <a:gd name="T3" fmla="*/ 12 h 12"/>
                <a:gd name="T4" fmla="*/ 0 w 214"/>
                <a:gd name="T5" fmla="*/ 6 h 12"/>
                <a:gd name="T6" fmla="*/ 6 w 214"/>
                <a:gd name="T7" fmla="*/ 0 h 12"/>
                <a:gd name="T8" fmla="*/ 208 w 214"/>
                <a:gd name="T9" fmla="*/ 0 h 12"/>
                <a:gd name="T10" fmla="*/ 214 w 214"/>
                <a:gd name="T11" fmla="*/ 6 h 12"/>
                <a:gd name="T12" fmla="*/ 208 w 21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14" h="12">
                  <a:moveTo>
                    <a:pt x="208" y="12"/>
                  </a:moveTo>
                  <a:cubicBezTo>
                    <a:pt x="6" y="12"/>
                    <a:pt x="6" y="12"/>
                    <a:pt x="6" y="12"/>
                  </a:cubicBezTo>
                  <a:cubicBezTo>
                    <a:pt x="3" y="12"/>
                    <a:pt x="0" y="10"/>
                    <a:pt x="0" y="6"/>
                  </a:cubicBezTo>
                  <a:cubicBezTo>
                    <a:pt x="0" y="3"/>
                    <a:pt x="3" y="0"/>
                    <a:pt x="6" y="0"/>
                  </a:cubicBezTo>
                  <a:cubicBezTo>
                    <a:pt x="208" y="0"/>
                    <a:pt x="208" y="0"/>
                    <a:pt x="208" y="0"/>
                  </a:cubicBezTo>
                  <a:cubicBezTo>
                    <a:pt x="211" y="0"/>
                    <a:pt x="214" y="3"/>
                    <a:pt x="214" y="6"/>
                  </a:cubicBezTo>
                  <a:cubicBezTo>
                    <a:pt x="214" y="10"/>
                    <a:pt x="211" y="12"/>
                    <a:pt x="208" y="12"/>
                  </a:cubicBezTo>
                  <a:close/>
                </a:path>
              </a:pathLst>
            </a:custGeom>
            <a:solidFill>
              <a:srgbClr val="00957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grpSp>
      <p:sp>
        <p:nvSpPr>
          <p:cNvPr id="4" name="Datumsplatzhalter 3">
            <a:extLst>
              <a:ext uri="{FF2B5EF4-FFF2-40B4-BE49-F238E27FC236}">
                <a16:creationId xmlns:a16="http://schemas.microsoft.com/office/drawing/2014/main" id="{9C20AF79-6C86-4F82-88D4-86BAF37F520E}"/>
              </a:ext>
            </a:extLst>
          </p:cNvPr>
          <p:cNvSpPr>
            <a:spLocks noGrp="1"/>
          </p:cNvSpPr>
          <p:nvPr>
            <p:ph type="dt" sz="half" idx="2"/>
          </p:nvPr>
        </p:nvSpPr>
        <p:spPr>
          <a:xfrm>
            <a:off x="10417038" y="790256"/>
            <a:ext cx="1548000" cy="179334"/>
          </a:xfrm>
          <a:prstGeom prst="rect">
            <a:avLst/>
          </a:prstGeom>
          <a:ln>
            <a:solidFill>
              <a:schemeClr val="accent1"/>
            </a:solidFill>
          </a:ln>
        </p:spPr>
        <p:txBody>
          <a:bodyPr vert="horz" wrap="square" lIns="36000" tIns="18000" rIns="36000" bIns="7200" rtlCol="0" anchor="ctr">
            <a:spAutoFit/>
          </a:bodyPr>
          <a:lstStyle>
            <a:lvl1pPr algn="ctr">
              <a:defRPr sz="1000" b="1" spc="50" baseline="0">
                <a:solidFill>
                  <a:schemeClr val="accent1"/>
                </a:solidFill>
                <a:latin typeface="Meiryo UI" panose="020B0604030504040204" pitchFamily="50" charset="-128"/>
                <a:ea typeface="Meiryo UI" panose="020B0604030504040204" pitchFamily="50" charset="-128"/>
                <a:sym typeface="Meiryo UI" panose="020B0604030504040204" pitchFamily="50"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1" i="0" u="none" strike="noStrike" kern="1200" cap="none" spc="50" normalizeH="0" baseline="0" noProof="0">
              <a:ln>
                <a:noFill/>
              </a:ln>
              <a:solidFill>
                <a:srgbClr val="32AF87"/>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pic>
        <p:nvPicPr>
          <p:cNvPr id="12" name="Picture 8">
            <a:extLst>
              <a:ext uri="{FF2B5EF4-FFF2-40B4-BE49-F238E27FC236}">
                <a16:creationId xmlns:a16="http://schemas.microsoft.com/office/drawing/2014/main" id="{7F9B070C-42CD-452B-B9D4-78322EE5AF8F}"/>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417038" y="323851"/>
            <a:ext cx="1439999" cy="411658"/>
          </a:xfrm>
          <a:prstGeom prst="rect">
            <a:avLst/>
          </a:prstGeom>
        </p:spPr>
      </p:pic>
      <p:sp>
        <p:nvSpPr>
          <p:cNvPr id="18" name="Footer Placeholder 4">
            <a:extLst>
              <a:ext uri="{FF2B5EF4-FFF2-40B4-BE49-F238E27FC236}">
                <a16:creationId xmlns:a16="http://schemas.microsoft.com/office/drawing/2014/main" id="{8B06B3AC-240D-43F8-AA9D-DA37C1921CBA}"/>
              </a:ext>
            </a:extLst>
          </p:cNvPr>
          <p:cNvSpPr>
            <a:spLocks noGrp="1"/>
          </p:cNvSpPr>
          <p:nvPr>
            <p:ph type="ftr" sz="quarter" idx="3"/>
          </p:nvPr>
        </p:nvSpPr>
        <p:spPr>
          <a:xfrm>
            <a:off x="334964" y="6556374"/>
            <a:ext cx="8398554" cy="165103"/>
          </a:xfrm>
          <a:prstGeom prst="rect">
            <a:avLst/>
          </a:prstGeom>
        </p:spPr>
        <p:txBody>
          <a:bodyPr vert="horz" lIns="0" tIns="0" rIns="0" bIns="0" rtlCol="0" anchor="t" anchorCtr="0">
            <a:noAutofit/>
          </a:bodyPr>
          <a:lstStyle>
            <a:lvl1pPr algn="l">
              <a:defRPr sz="800">
                <a:solidFill>
                  <a:schemeClr val="tx1"/>
                </a:solidFill>
                <a:latin typeface="+mn-ea"/>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Meiryo UI"/>
              <a:ea typeface="Meiryo UI"/>
              <a:cs typeface="+mn-cs"/>
            </a:endParaRPr>
          </a:p>
        </p:txBody>
      </p:sp>
    </p:spTree>
    <p:extLst>
      <p:ext uri="{BB962C8B-B14F-4D97-AF65-F5344CB8AC3E}">
        <p14:creationId xmlns:p14="http://schemas.microsoft.com/office/powerpoint/2010/main" val="3183552729"/>
      </p:ext>
    </p:extLst>
  </p:cSld>
  <p:clrMap bg1="lt1" tx1="dk1" bg2="lt2" tx2="dk2" accent1="accent1" accent2="accent2" accent3="accent3" accent4="accent4" accent5="accent5" accent6="accent6" hlink="hlink" folHlink="folHlink"/>
  <p:sldLayoutIdLst>
    <p:sldLayoutId id="2147483687" r:id="rId1"/>
    <p:sldLayoutId id="2147483700" r:id="rId2"/>
    <p:sldLayoutId id="2147483701" r:id="rId3"/>
  </p:sldLayoutIdLst>
  <p:hf hdr="0" ftr="0" dt="0"/>
  <p:txStyles>
    <p:titleStyle>
      <a:lvl1pPr algn="l" defTabSz="914400" rtl="0" eaLnBrk="1" latinLnBrk="0" hangingPunct="1">
        <a:lnSpc>
          <a:spcPct val="90000"/>
        </a:lnSpc>
        <a:spcBef>
          <a:spcPct val="0"/>
        </a:spcBef>
        <a:buNone/>
        <a:defRPr kumimoji="1" sz="2000" kern="1200" spc="0" baseline="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p:titleStyle>
    <p:bodyStyle>
      <a:lvl1pPr marL="358775" indent="-358775" algn="l" defTabSz="914400" rtl="0" eaLnBrk="1" latinLnBrk="0" hangingPunct="1">
        <a:lnSpc>
          <a:spcPct val="113000"/>
        </a:lnSpc>
        <a:spcBef>
          <a:spcPts val="0"/>
        </a:spcBef>
        <a:spcAft>
          <a:spcPts val="800"/>
        </a:spcAft>
        <a:buClr>
          <a:schemeClr val="accent1"/>
        </a:buClr>
        <a:buFontTx/>
        <a:buBlip>
          <a:blip r:embed="rId9"/>
        </a:buBlip>
        <a:defRPr kumimoji="1" sz="1600" kern="1200" baseline="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5475" indent="-266700" algn="l" defTabSz="914400" rtl="0" eaLnBrk="1" latinLnBrk="0" hangingPunct="1">
        <a:lnSpc>
          <a:spcPct val="113000"/>
        </a:lnSpc>
        <a:spcBef>
          <a:spcPts val="0"/>
        </a:spcBef>
        <a:spcAft>
          <a:spcPts val="800"/>
        </a:spcAft>
        <a:buClr>
          <a:schemeClr val="accent1"/>
        </a:buClr>
        <a:buFontTx/>
        <a:buBlip>
          <a:blip r:embed="rId9"/>
        </a:buBlip>
        <a:defRPr kumimoji="1" sz="1200" kern="1200" baseline="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898525" indent="-273050" algn="l" defTabSz="914400" rtl="0" eaLnBrk="1" latinLnBrk="0" hangingPunct="1">
        <a:lnSpc>
          <a:spcPct val="113000"/>
        </a:lnSpc>
        <a:spcBef>
          <a:spcPts val="0"/>
        </a:spcBef>
        <a:spcAft>
          <a:spcPts val="800"/>
        </a:spcAft>
        <a:buClr>
          <a:schemeClr val="accent1"/>
        </a:buClr>
        <a:buFontTx/>
        <a:buBlip>
          <a:blip r:embed="rId9"/>
        </a:buBlip>
        <a:defRPr kumimoji="1" sz="900" kern="1200" baseline="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898525" indent="0" algn="l" defTabSz="914400" rtl="0" eaLnBrk="1" latinLnBrk="0" hangingPunct="1">
        <a:lnSpc>
          <a:spcPct val="100000"/>
        </a:lnSpc>
        <a:spcBef>
          <a:spcPts val="0"/>
        </a:spcBef>
        <a:spcAft>
          <a:spcPts val="800"/>
        </a:spcAft>
        <a:buClr>
          <a:schemeClr val="accent1"/>
        </a:buClr>
        <a:buFont typeface="Arial" panose="020B0604020202020204" pitchFamily="34" charset="0"/>
        <a:buNone/>
        <a:defRPr kumimoji="1" sz="800" kern="1200">
          <a:solidFill>
            <a:schemeClr val="tx1"/>
          </a:solidFill>
          <a:latin typeface="+mn-lt"/>
          <a:ea typeface="+mn-ea"/>
          <a:cs typeface="+mn-cs"/>
        </a:defRPr>
      </a:lvl4pPr>
      <a:lvl5pPr marL="1165225" indent="0" algn="l" defTabSz="914400" rtl="0" eaLnBrk="1" latinLnBrk="0" hangingPunct="1">
        <a:lnSpc>
          <a:spcPct val="100000"/>
        </a:lnSpc>
        <a:spcBef>
          <a:spcPts val="0"/>
        </a:spcBef>
        <a:spcAft>
          <a:spcPts val="800"/>
        </a:spcAft>
        <a:buClr>
          <a:schemeClr val="accent1"/>
        </a:buClr>
        <a:buFont typeface="Arial" panose="020B0604020202020204" pitchFamily="34" charset="0"/>
        <a:buNone/>
        <a:defRPr kumimoji="1" sz="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kumimoji="1" sz="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kumimoji="1" sz="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p15:clr>
            <a:srgbClr val="F26B43"/>
          </p15:clr>
        </p15:guide>
        <p15:guide id="2" pos="3772">
          <p15:clr>
            <a:srgbClr val="F26B43"/>
          </p15:clr>
        </p15:guide>
        <p15:guide id="3" pos="3908">
          <p15:clr>
            <a:srgbClr val="F26B43"/>
          </p15:clr>
        </p15:guide>
        <p15:guide id="4" pos="211">
          <p15:clr>
            <a:srgbClr val="F26B43"/>
          </p15:clr>
        </p15:guide>
        <p15:guide id="5" pos="7469">
          <p15:clr>
            <a:srgbClr val="F26B43"/>
          </p15:clr>
        </p15:guide>
        <p15:guide id="6" orient="horz" pos="3974">
          <p15:clr>
            <a:srgbClr val="F26B43"/>
          </p15:clr>
        </p15:guide>
        <p15:guide id="7" orient="horz" pos="2352">
          <p15:clr>
            <a:srgbClr val="F26B43"/>
          </p15:clr>
        </p15:guide>
        <p15:guide id="8" orient="horz" pos="2466">
          <p15:clr>
            <a:srgbClr val="F26B43"/>
          </p15:clr>
        </p15:guide>
        <p15:guide id="9" orient="horz" pos="20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997BCF6-8393-CE01-20EF-301B1C0CCC69}"/>
              </a:ext>
            </a:extLst>
          </p:cNvPr>
          <p:cNvGraphicFramePr>
            <a:graphicFrameLocks noChangeAspect="1"/>
          </p:cNvGraphicFramePr>
          <p:nvPr userDrawn="1">
            <p:custDataLst>
              <p:tags r:id="rId3"/>
            </p:custDataLst>
            <p:extLst>
              <p:ext uri="{D42A27DB-BD31-4B8C-83A1-F6EECF244321}">
                <p14:modId xmlns:p14="http://schemas.microsoft.com/office/powerpoint/2010/main" val="1405121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7" name="think-cell data - do not delete" hidden="1">
                        <a:extLst>
                          <a:ext uri="{FF2B5EF4-FFF2-40B4-BE49-F238E27FC236}">
                            <a16:creationId xmlns:a16="http://schemas.microsoft.com/office/drawing/2014/main" id="{7997BCF6-8393-CE01-20EF-301B1C0CCC6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334963" y="301627"/>
            <a:ext cx="9758225" cy="864000"/>
          </a:xfrm>
          <a:prstGeom prst="rect">
            <a:avLst/>
          </a:prstGeom>
        </p:spPr>
        <p:txBody>
          <a:bodyPr vert="horz" lIns="0" tIns="0" rIns="0" bIns="0" rtlCol="0" anchor="t" anchorCtr="0">
            <a:noAutofit/>
          </a:bodyPr>
          <a:lstStyle/>
          <a:p>
            <a:r>
              <a:rPr lang="en" altLang="en-US" noProof="0"/>
              <a:t>Master Title Formatting</a:t>
            </a:r>
            <a:endParaRPr lang="en-US" noProof="0"/>
          </a:p>
        </p:txBody>
      </p:sp>
      <p:sp>
        <p:nvSpPr>
          <p:cNvPr id="3" name="Text Placeholder 2"/>
          <p:cNvSpPr>
            <a:spLocks noGrp="1"/>
          </p:cNvSpPr>
          <p:nvPr>
            <p:ph type="body" idx="1"/>
          </p:nvPr>
        </p:nvSpPr>
        <p:spPr>
          <a:xfrm>
            <a:off x="334964" y="1302790"/>
            <a:ext cx="11522074" cy="5021176"/>
          </a:xfrm>
          <a:prstGeom prst="rect">
            <a:avLst/>
          </a:prstGeom>
        </p:spPr>
        <p:txBody>
          <a:bodyPr vert="horz" lIns="0" tIns="0" rIns="0" bIns="0" rtlCol="0" anchor="t" anchorCtr="0">
            <a:noAutofit/>
          </a:bodyPr>
          <a:lstStyle/>
          <a:p>
            <a:pPr lvl="0"/>
            <a:r>
              <a:rPr lang="en" altLang="en-US" noProof="0"/>
              <a:t>Master Text Formatting</a:t>
            </a:r>
            <a:endParaRPr lang="en-US" altLang="ja-JP" noProof="0"/>
          </a:p>
          <a:p>
            <a:pPr lvl="1"/>
            <a:r>
              <a:rPr lang="en" altLang="ja-JP" noProof="0"/>
              <a:t>Second Level</a:t>
            </a:r>
            <a:endParaRPr lang="en-US" altLang="ja-JP" noProof="0"/>
          </a:p>
          <a:p>
            <a:pPr lvl="2"/>
            <a:r>
              <a:rPr lang="en" altLang="ja-JP" noProof="0"/>
              <a:t>Third Level</a:t>
            </a:r>
            <a:endParaRPr lang="en-US" noProof="0"/>
          </a:p>
        </p:txBody>
      </p:sp>
      <p:sp>
        <p:nvSpPr>
          <p:cNvPr id="6" name="Slide Number Placeholder 5"/>
          <p:cNvSpPr>
            <a:spLocks noGrp="1"/>
          </p:cNvSpPr>
          <p:nvPr>
            <p:ph type="sldNum" sz="quarter" idx="4"/>
          </p:nvPr>
        </p:nvSpPr>
        <p:spPr>
          <a:xfrm>
            <a:off x="11056938" y="6556374"/>
            <a:ext cx="800100" cy="165103"/>
          </a:xfrm>
          <a:prstGeom prst="rect">
            <a:avLst/>
          </a:prstGeom>
        </p:spPr>
        <p:txBody>
          <a:bodyPr vert="horz" lIns="0" tIns="0" rIns="0" bIns="0" rtlCol="0" anchor="t" anchorCtr="0">
            <a:noAutofit/>
          </a:bodyPr>
          <a:lstStyle>
            <a:lvl1pPr algn="r">
              <a:defRPr sz="80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BCC1A3E-953B-4ED8-B84C-666E28A792ED}" type="slidenum">
              <a:rPr kumimoji="0" lang="en-US" sz="800" b="0" i="0" u="none" strike="noStrike" kern="1200" cap="none" spc="0" normalizeH="0" baseline="0" noProof="0" smtClean="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grpSp>
        <p:nvGrpSpPr>
          <p:cNvPr id="16" name="Group 15">
            <a:extLst>
              <a:ext uri="{FF2B5EF4-FFF2-40B4-BE49-F238E27FC236}">
                <a16:creationId xmlns:a16="http://schemas.microsoft.com/office/drawing/2014/main" id="{EB9135DB-4BFC-428E-BD18-BEEBB781539A}"/>
              </a:ext>
            </a:extLst>
          </p:cNvPr>
          <p:cNvGrpSpPr/>
          <p:nvPr userDrawn="1"/>
        </p:nvGrpSpPr>
        <p:grpSpPr>
          <a:xfrm>
            <a:off x="334964" y="6453984"/>
            <a:ext cx="11523600" cy="47643"/>
            <a:chOff x="320675" y="3232150"/>
            <a:chExt cx="8496300" cy="47625"/>
          </a:xfrm>
        </p:grpSpPr>
        <p:sp>
          <p:nvSpPr>
            <p:cNvPr id="13" name="Freeform 5">
              <a:extLst>
                <a:ext uri="{FF2B5EF4-FFF2-40B4-BE49-F238E27FC236}">
                  <a16:creationId xmlns:a16="http://schemas.microsoft.com/office/drawing/2014/main" id="{87D30692-8AE1-4F11-B4FB-F90AC0C3663F}"/>
                </a:ext>
              </a:extLst>
            </p:cNvPr>
            <p:cNvSpPr>
              <a:spLocks/>
            </p:cNvSpPr>
            <p:nvPr userDrawn="1"/>
          </p:nvSpPr>
          <p:spPr bwMode="auto">
            <a:xfrm>
              <a:off x="4511675" y="3232150"/>
              <a:ext cx="4305300" cy="47625"/>
            </a:xfrm>
            <a:custGeom>
              <a:avLst/>
              <a:gdLst>
                <a:gd name="T0" fmla="*/ 1350 w 1356"/>
                <a:gd name="T1" fmla="*/ 12 h 12"/>
                <a:gd name="T2" fmla="*/ 6 w 1356"/>
                <a:gd name="T3" fmla="*/ 12 h 12"/>
                <a:gd name="T4" fmla="*/ 0 w 1356"/>
                <a:gd name="T5" fmla="*/ 6 h 12"/>
                <a:gd name="T6" fmla="*/ 6 w 1356"/>
                <a:gd name="T7" fmla="*/ 0 h 12"/>
                <a:gd name="T8" fmla="*/ 1350 w 1356"/>
                <a:gd name="T9" fmla="*/ 0 h 12"/>
                <a:gd name="T10" fmla="*/ 1356 w 1356"/>
                <a:gd name="T11" fmla="*/ 6 h 12"/>
                <a:gd name="T12" fmla="*/ 1350 w 13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356" h="12">
                  <a:moveTo>
                    <a:pt x="1350" y="12"/>
                  </a:moveTo>
                  <a:cubicBezTo>
                    <a:pt x="6" y="12"/>
                    <a:pt x="6" y="12"/>
                    <a:pt x="6" y="12"/>
                  </a:cubicBezTo>
                  <a:cubicBezTo>
                    <a:pt x="3" y="12"/>
                    <a:pt x="0" y="10"/>
                    <a:pt x="0" y="6"/>
                  </a:cubicBezTo>
                  <a:cubicBezTo>
                    <a:pt x="0" y="3"/>
                    <a:pt x="3" y="0"/>
                    <a:pt x="6" y="0"/>
                  </a:cubicBezTo>
                  <a:cubicBezTo>
                    <a:pt x="1350" y="0"/>
                    <a:pt x="1350" y="0"/>
                    <a:pt x="1350" y="0"/>
                  </a:cubicBezTo>
                  <a:cubicBezTo>
                    <a:pt x="1353" y="0"/>
                    <a:pt x="1356" y="3"/>
                    <a:pt x="1356" y="6"/>
                  </a:cubicBezTo>
                  <a:cubicBezTo>
                    <a:pt x="1356" y="10"/>
                    <a:pt x="1353" y="12"/>
                    <a:pt x="1350"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sp>
          <p:nvSpPr>
            <p:cNvPr id="14" name="Freeform 6">
              <a:extLst>
                <a:ext uri="{FF2B5EF4-FFF2-40B4-BE49-F238E27FC236}">
                  <a16:creationId xmlns:a16="http://schemas.microsoft.com/office/drawing/2014/main" id="{2CC51F09-3017-4C3A-AC20-FD8AA01626A7}"/>
                </a:ext>
              </a:extLst>
            </p:cNvPr>
            <p:cNvSpPr>
              <a:spLocks/>
            </p:cNvSpPr>
            <p:nvPr userDrawn="1"/>
          </p:nvSpPr>
          <p:spPr bwMode="auto">
            <a:xfrm>
              <a:off x="320675" y="3232150"/>
              <a:ext cx="4305300" cy="47625"/>
            </a:xfrm>
            <a:custGeom>
              <a:avLst/>
              <a:gdLst>
                <a:gd name="T0" fmla="*/ 1350 w 1356"/>
                <a:gd name="T1" fmla="*/ 12 h 12"/>
                <a:gd name="T2" fmla="*/ 6 w 1356"/>
                <a:gd name="T3" fmla="*/ 12 h 12"/>
                <a:gd name="T4" fmla="*/ 0 w 1356"/>
                <a:gd name="T5" fmla="*/ 6 h 12"/>
                <a:gd name="T6" fmla="*/ 6 w 1356"/>
                <a:gd name="T7" fmla="*/ 0 h 12"/>
                <a:gd name="T8" fmla="*/ 1350 w 1356"/>
                <a:gd name="T9" fmla="*/ 0 h 12"/>
                <a:gd name="T10" fmla="*/ 1356 w 1356"/>
                <a:gd name="T11" fmla="*/ 6 h 12"/>
                <a:gd name="T12" fmla="*/ 1350 w 13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356" h="12">
                  <a:moveTo>
                    <a:pt x="1350" y="12"/>
                  </a:moveTo>
                  <a:cubicBezTo>
                    <a:pt x="6" y="12"/>
                    <a:pt x="6" y="12"/>
                    <a:pt x="6" y="12"/>
                  </a:cubicBezTo>
                  <a:cubicBezTo>
                    <a:pt x="3" y="12"/>
                    <a:pt x="0" y="10"/>
                    <a:pt x="0" y="6"/>
                  </a:cubicBezTo>
                  <a:cubicBezTo>
                    <a:pt x="0" y="3"/>
                    <a:pt x="3" y="0"/>
                    <a:pt x="6" y="0"/>
                  </a:cubicBezTo>
                  <a:cubicBezTo>
                    <a:pt x="1350" y="0"/>
                    <a:pt x="1350" y="0"/>
                    <a:pt x="1350" y="0"/>
                  </a:cubicBezTo>
                  <a:cubicBezTo>
                    <a:pt x="1353" y="0"/>
                    <a:pt x="1356" y="3"/>
                    <a:pt x="1356" y="6"/>
                  </a:cubicBezTo>
                  <a:cubicBezTo>
                    <a:pt x="1356" y="10"/>
                    <a:pt x="1353" y="12"/>
                    <a:pt x="1350"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sp>
          <p:nvSpPr>
            <p:cNvPr id="15" name="Freeform 7">
              <a:extLst>
                <a:ext uri="{FF2B5EF4-FFF2-40B4-BE49-F238E27FC236}">
                  <a16:creationId xmlns:a16="http://schemas.microsoft.com/office/drawing/2014/main" id="{6C6687B5-E176-416B-B9F5-BADB8EB69580}"/>
                </a:ext>
              </a:extLst>
            </p:cNvPr>
            <p:cNvSpPr>
              <a:spLocks/>
            </p:cNvSpPr>
            <p:nvPr userDrawn="1"/>
          </p:nvSpPr>
          <p:spPr bwMode="auto">
            <a:xfrm>
              <a:off x="4229100" y="3232150"/>
              <a:ext cx="679450" cy="47625"/>
            </a:xfrm>
            <a:custGeom>
              <a:avLst/>
              <a:gdLst>
                <a:gd name="T0" fmla="*/ 208 w 214"/>
                <a:gd name="T1" fmla="*/ 12 h 12"/>
                <a:gd name="T2" fmla="*/ 6 w 214"/>
                <a:gd name="T3" fmla="*/ 12 h 12"/>
                <a:gd name="T4" fmla="*/ 0 w 214"/>
                <a:gd name="T5" fmla="*/ 6 h 12"/>
                <a:gd name="T6" fmla="*/ 6 w 214"/>
                <a:gd name="T7" fmla="*/ 0 h 12"/>
                <a:gd name="T8" fmla="*/ 208 w 214"/>
                <a:gd name="T9" fmla="*/ 0 h 12"/>
                <a:gd name="T10" fmla="*/ 214 w 214"/>
                <a:gd name="T11" fmla="*/ 6 h 12"/>
                <a:gd name="T12" fmla="*/ 208 w 21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14" h="12">
                  <a:moveTo>
                    <a:pt x="208" y="12"/>
                  </a:moveTo>
                  <a:cubicBezTo>
                    <a:pt x="6" y="12"/>
                    <a:pt x="6" y="12"/>
                    <a:pt x="6" y="12"/>
                  </a:cubicBezTo>
                  <a:cubicBezTo>
                    <a:pt x="3" y="12"/>
                    <a:pt x="0" y="10"/>
                    <a:pt x="0" y="6"/>
                  </a:cubicBezTo>
                  <a:cubicBezTo>
                    <a:pt x="0" y="3"/>
                    <a:pt x="3" y="0"/>
                    <a:pt x="6" y="0"/>
                  </a:cubicBezTo>
                  <a:cubicBezTo>
                    <a:pt x="208" y="0"/>
                    <a:pt x="208" y="0"/>
                    <a:pt x="208" y="0"/>
                  </a:cubicBezTo>
                  <a:cubicBezTo>
                    <a:pt x="211" y="0"/>
                    <a:pt x="214" y="3"/>
                    <a:pt x="214" y="6"/>
                  </a:cubicBezTo>
                  <a:cubicBezTo>
                    <a:pt x="214" y="10"/>
                    <a:pt x="211" y="12"/>
                    <a:pt x="208" y="12"/>
                  </a:cubicBezTo>
                  <a:close/>
                </a:path>
              </a:pathLst>
            </a:custGeom>
            <a:solidFill>
              <a:srgbClr val="00957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grpSp>
      <p:sp>
        <p:nvSpPr>
          <p:cNvPr id="4" name="Datumsplatzhalter 3">
            <a:extLst>
              <a:ext uri="{FF2B5EF4-FFF2-40B4-BE49-F238E27FC236}">
                <a16:creationId xmlns:a16="http://schemas.microsoft.com/office/drawing/2014/main" id="{9C20AF79-6C86-4F82-88D4-86BAF37F520E}"/>
              </a:ext>
            </a:extLst>
          </p:cNvPr>
          <p:cNvSpPr>
            <a:spLocks noGrp="1"/>
          </p:cNvSpPr>
          <p:nvPr>
            <p:ph type="dt" sz="half" idx="2"/>
          </p:nvPr>
        </p:nvSpPr>
        <p:spPr>
          <a:xfrm>
            <a:off x="10417038" y="790256"/>
            <a:ext cx="1548000" cy="179334"/>
          </a:xfrm>
          <a:prstGeom prst="rect">
            <a:avLst/>
          </a:prstGeom>
          <a:ln>
            <a:solidFill>
              <a:schemeClr val="accent1"/>
            </a:solidFill>
          </a:ln>
        </p:spPr>
        <p:txBody>
          <a:bodyPr vert="horz" wrap="square" lIns="36000" tIns="18000" rIns="36000" bIns="7200" rtlCol="0" anchor="ctr">
            <a:spAutoFit/>
          </a:bodyPr>
          <a:lstStyle>
            <a:lvl1pPr algn="ctr">
              <a:defRPr sz="1000" b="1" spc="50" baseline="0">
                <a:solidFill>
                  <a:schemeClr val="accent1"/>
                </a:solidFill>
                <a:latin typeface="Meiryo UI" panose="020B0604030504040204" pitchFamily="50" charset="-128"/>
                <a:ea typeface="Meiryo UI" panose="020B0604030504040204" pitchFamily="50" charset="-128"/>
                <a:sym typeface="Meiryo UI" panose="020B0604030504040204" pitchFamily="50"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1" i="0" u="none" strike="noStrike" kern="1200" cap="none" spc="50" normalizeH="0" baseline="0" noProof="0">
              <a:ln>
                <a:noFill/>
              </a:ln>
              <a:solidFill>
                <a:srgbClr val="32AF87"/>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pic>
        <p:nvPicPr>
          <p:cNvPr id="12" name="Picture 8">
            <a:extLst>
              <a:ext uri="{FF2B5EF4-FFF2-40B4-BE49-F238E27FC236}">
                <a16:creationId xmlns:a16="http://schemas.microsoft.com/office/drawing/2014/main" id="{7F9B070C-42CD-452B-B9D4-78322EE5AF8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417038" y="323851"/>
            <a:ext cx="1439999" cy="411658"/>
          </a:xfrm>
          <a:prstGeom prst="rect">
            <a:avLst/>
          </a:prstGeom>
        </p:spPr>
      </p:pic>
      <p:sp>
        <p:nvSpPr>
          <p:cNvPr id="18" name="Footer Placeholder 4">
            <a:extLst>
              <a:ext uri="{FF2B5EF4-FFF2-40B4-BE49-F238E27FC236}">
                <a16:creationId xmlns:a16="http://schemas.microsoft.com/office/drawing/2014/main" id="{8B06B3AC-240D-43F8-AA9D-DA37C1921CBA}"/>
              </a:ext>
            </a:extLst>
          </p:cNvPr>
          <p:cNvSpPr>
            <a:spLocks noGrp="1"/>
          </p:cNvSpPr>
          <p:nvPr>
            <p:ph type="ftr" sz="quarter" idx="3"/>
          </p:nvPr>
        </p:nvSpPr>
        <p:spPr>
          <a:xfrm>
            <a:off x="334964" y="6556374"/>
            <a:ext cx="8398554" cy="165103"/>
          </a:xfrm>
          <a:prstGeom prst="rect">
            <a:avLst/>
          </a:prstGeom>
        </p:spPr>
        <p:txBody>
          <a:bodyPr vert="horz" lIns="0" tIns="0" rIns="0" bIns="0" rtlCol="0" anchor="t" anchorCtr="0">
            <a:noAutofit/>
          </a:bodyPr>
          <a:lstStyle>
            <a:lvl1pPr algn="l">
              <a:defRPr sz="800">
                <a:solidFill>
                  <a:schemeClr val="tx1"/>
                </a:solidFill>
                <a:latin typeface="+mn-ea"/>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Meiryo UI"/>
              <a:ea typeface="Meiryo UI"/>
              <a:cs typeface="+mn-cs"/>
            </a:endParaRPr>
          </a:p>
        </p:txBody>
      </p:sp>
    </p:spTree>
    <p:extLst>
      <p:ext uri="{BB962C8B-B14F-4D97-AF65-F5344CB8AC3E}">
        <p14:creationId xmlns:p14="http://schemas.microsoft.com/office/powerpoint/2010/main" val="1818091770"/>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l" defTabSz="914400" rtl="0" eaLnBrk="1" latinLnBrk="0" hangingPunct="1">
        <a:lnSpc>
          <a:spcPct val="90000"/>
        </a:lnSpc>
        <a:spcBef>
          <a:spcPct val="0"/>
        </a:spcBef>
        <a:buNone/>
        <a:defRPr kumimoji="1" sz="2000" kern="1200" spc="0" baseline="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p:titleStyle>
    <p:bodyStyle>
      <a:lvl1pPr marL="358775" indent="-358775" algn="l" defTabSz="914400" rtl="0" eaLnBrk="1" latinLnBrk="0" hangingPunct="1">
        <a:lnSpc>
          <a:spcPct val="113000"/>
        </a:lnSpc>
        <a:spcBef>
          <a:spcPts val="0"/>
        </a:spcBef>
        <a:spcAft>
          <a:spcPts val="800"/>
        </a:spcAft>
        <a:buClr>
          <a:schemeClr val="accent1"/>
        </a:buClr>
        <a:buFontTx/>
        <a:buBlip>
          <a:blip r:embed="rId7"/>
        </a:buBlip>
        <a:defRPr kumimoji="1" sz="1600" kern="1200" baseline="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5475" indent="-266700" algn="l" defTabSz="914400" rtl="0" eaLnBrk="1" latinLnBrk="0" hangingPunct="1">
        <a:lnSpc>
          <a:spcPct val="113000"/>
        </a:lnSpc>
        <a:spcBef>
          <a:spcPts val="0"/>
        </a:spcBef>
        <a:spcAft>
          <a:spcPts val="800"/>
        </a:spcAft>
        <a:buClr>
          <a:schemeClr val="accent1"/>
        </a:buClr>
        <a:buFontTx/>
        <a:buBlip>
          <a:blip r:embed="rId7"/>
        </a:buBlip>
        <a:defRPr kumimoji="1" sz="1200" kern="1200" baseline="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898525" indent="-273050" algn="l" defTabSz="914400" rtl="0" eaLnBrk="1" latinLnBrk="0" hangingPunct="1">
        <a:lnSpc>
          <a:spcPct val="113000"/>
        </a:lnSpc>
        <a:spcBef>
          <a:spcPts val="0"/>
        </a:spcBef>
        <a:spcAft>
          <a:spcPts val="800"/>
        </a:spcAft>
        <a:buClr>
          <a:schemeClr val="accent1"/>
        </a:buClr>
        <a:buFontTx/>
        <a:buBlip>
          <a:blip r:embed="rId7"/>
        </a:buBlip>
        <a:defRPr kumimoji="1" sz="900" kern="1200" baseline="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898525" indent="0" algn="l" defTabSz="914400" rtl="0" eaLnBrk="1" latinLnBrk="0" hangingPunct="1">
        <a:lnSpc>
          <a:spcPct val="100000"/>
        </a:lnSpc>
        <a:spcBef>
          <a:spcPts val="0"/>
        </a:spcBef>
        <a:spcAft>
          <a:spcPts val="800"/>
        </a:spcAft>
        <a:buClr>
          <a:schemeClr val="accent1"/>
        </a:buClr>
        <a:buFont typeface="Arial" panose="020B0604020202020204" pitchFamily="34" charset="0"/>
        <a:buNone/>
        <a:defRPr kumimoji="1" sz="800" kern="1200">
          <a:solidFill>
            <a:schemeClr val="tx1"/>
          </a:solidFill>
          <a:latin typeface="+mn-lt"/>
          <a:ea typeface="+mn-ea"/>
          <a:cs typeface="+mn-cs"/>
        </a:defRPr>
      </a:lvl4pPr>
      <a:lvl5pPr marL="1165225" indent="0" algn="l" defTabSz="914400" rtl="0" eaLnBrk="1" latinLnBrk="0" hangingPunct="1">
        <a:lnSpc>
          <a:spcPct val="100000"/>
        </a:lnSpc>
        <a:spcBef>
          <a:spcPts val="0"/>
        </a:spcBef>
        <a:spcAft>
          <a:spcPts val="800"/>
        </a:spcAft>
        <a:buClr>
          <a:schemeClr val="accent1"/>
        </a:buClr>
        <a:buFont typeface="Arial" panose="020B0604020202020204" pitchFamily="34" charset="0"/>
        <a:buNone/>
        <a:defRPr kumimoji="1" sz="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kumimoji="1" sz="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kumimoji="1" sz="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p15:clr>
            <a:srgbClr val="F26B43"/>
          </p15:clr>
        </p15:guide>
        <p15:guide id="2" pos="3772">
          <p15:clr>
            <a:srgbClr val="F26B43"/>
          </p15:clr>
        </p15:guide>
        <p15:guide id="3" pos="3908">
          <p15:clr>
            <a:srgbClr val="F26B43"/>
          </p15:clr>
        </p15:guide>
        <p15:guide id="4" pos="211">
          <p15:clr>
            <a:srgbClr val="F26B43"/>
          </p15:clr>
        </p15:guide>
        <p15:guide id="5" pos="7469">
          <p15:clr>
            <a:srgbClr val="F26B43"/>
          </p15:clr>
        </p15:guide>
        <p15:guide id="6" orient="horz" pos="3974">
          <p15:clr>
            <a:srgbClr val="F26B43"/>
          </p15:clr>
        </p15:guide>
        <p15:guide id="7" orient="horz" pos="2352">
          <p15:clr>
            <a:srgbClr val="F26B43"/>
          </p15:clr>
        </p15:guide>
        <p15:guide id="8" orient="horz" pos="2466">
          <p15:clr>
            <a:srgbClr val="F26B43"/>
          </p15:clr>
        </p15:guide>
        <p15:guide id="9" orient="horz" pos="20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pep8-ja.readthedocs.io/ja/latest/#id5"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qiita.com/simonritchie/items/bb06a7521ae6560738a7"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pep8-ja.readthedocs.io/ja/latest/#id24"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hyperlink" Target="https://qiita.com/paco_itengineer/items/4c778cdcd0cf3d8faa2d"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26A21-CEF2-411C-38BE-6757D64A34F0}"/>
              </a:ext>
            </a:extLst>
          </p:cNvPr>
          <p:cNvSpPr>
            <a:spLocks noGrp="1"/>
          </p:cNvSpPr>
          <p:nvPr>
            <p:ph type="ctrTitle"/>
          </p:nvPr>
        </p:nvSpPr>
        <p:spPr>
          <a:xfrm>
            <a:off x="334962" y="1688908"/>
            <a:ext cx="10692921" cy="2109656"/>
          </a:xfrm>
        </p:spPr>
        <p:txBody>
          <a:bodyPr/>
          <a:lstStyle/>
          <a:p>
            <a:r>
              <a:rPr lang="en" altLang="ja-JP" noProof="1">
                <a:latin typeface="Meiryo UI"/>
                <a:ea typeface="Meiryo UI"/>
              </a:rPr>
              <a:t>ALFA Project </a:t>
            </a:r>
            <a:br>
              <a:rPr lang="en-US" altLang="ja-JP" noProof="1"/>
            </a:br>
            <a:r>
              <a:rPr lang="en" altLang="en-US" noProof="1">
                <a:latin typeface="Meiryo UI"/>
                <a:ea typeface="Meiryo UI"/>
              </a:rPr>
              <a:t>Design Phase/Oracle ERP</a:t>
            </a:r>
            <a:br>
              <a:rPr lang="en-US" altLang="ja-JP" noProof="1"/>
            </a:br>
            <a:r>
              <a:rPr lang="en" altLang="ja-JP" noProof="1">
                <a:latin typeface="Meiryo UI"/>
                <a:ea typeface="Meiryo UI"/>
              </a:rPr>
              <a:t>Python Coding Conventions</a:t>
            </a:r>
            <a:endParaRPr lang="en-US" noProof="1">
              <a:latin typeface="Meiryo UI"/>
              <a:ea typeface="Meiryo UI"/>
            </a:endParaRPr>
          </a:p>
        </p:txBody>
      </p:sp>
      <p:sp>
        <p:nvSpPr>
          <p:cNvPr id="4" name="Title 1">
            <a:extLst>
              <a:ext uri="{FF2B5EF4-FFF2-40B4-BE49-F238E27FC236}">
                <a16:creationId xmlns:a16="http://schemas.microsoft.com/office/drawing/2014/main" id="{A728A1B6-6735-4352-B28C-89AD8C006055}"/>
              </a:ext>
            </a:extLst>
          </p:cNvPr>
          <p:cNvSpPr txBox="1">
            <a:spLocks/>
          </p:cNvSpPr>
          <p:nvPr/>
        </p:nvSpPr>
        <p:spPr>
          <a:xfrm>
            <a:off x="2492122" y="4428781"/>
            <a:ext cx="8301036" cy="104427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kumimoji="1" sz="3200" kern="1200" spc="0" baseline="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 altLang="ja-JP" noProof="1">
                <a:solidFill>
                  <a:prstClr val="black"/>
                </a:solidFill>
                <a:latin typeface="Meiryo UI"/>
              </a:rPr>
              <a:t>Ver.1.00</a:t>
            </a:r>
          </a:p>
          <a:p>
            <a:pPr>
              <a:defRPr/>
            </a:pPr>
            <a:r>
              <a:rPr lang="en" altLang="en-US" noProof="1">
                <a:solidFill>
                  <a:prstClr val="black"/>
                </a:solidFill>
                <a:latin typeface="Meiryo UI"/>
              </a:rPr>
              <a:t>IBM Japan Corporation</a:t>
            </a:r>
            <a:endParaRPr lang="en-US" altLang="ja-JP" sz="4800" noProof="1">
              <a:solidFill>
                <a:prstClr val="black"/>
              </a:solidFill>
              <a:latin typeface="Meiryo UI"/>
            </a:endParaRPr>
          </a:p>
        </p:txBody>
      </p:sp>
      <p:sp>
        <p:nvSpPr>
          <p:cNvPr id="3" name="Title 1">
            <a:extLst>
              <a:ext uri="{FF2B5EF4-FFF2-40B4-BE49-F238E27FC236}">
                <a16:creationId xmlns:a16="http://schemas.microsoft.com/office/drawing/2014/main" id="{81C8084A-BDB1-34C0-E21B-1B1F11F5EA7F}"/>
              </a:ext>
            </a:extLst>
          </p:cNvPr>
          <p:cNvSpPr txBox="1">
            <a:spLocks/>
          </p:cNvSpPr>
          <p:nvPr/>
        </p:nvSpPr>
        <p:spPr>
          <a:xfrm>
            <a:off x="441643" y="5980175"/>
            <a:ext cx="8301036" cy="547705"/>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kumimoji="1" sz="3200" kern="1200" spc="0" baseline="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stStyle>
          <a:p>
            <a:r>
              <a:rPr lang="en" sz="2400" noProof="1"/>
              <a:t>2026/03/29</a:t>
            </a:r>
          </a:p>
        </p:txBody>
      </p:sp>
    </p:spTree>
    <p:extLst>
      <p:ext uri="{BB962C8B-B14F-4D97-AF65-F5344CB8AC3E}">
        <p14:creationId xmlns:p14="http://schemas.microsoft.com/office/powerpoint/2010/main" val="2759438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F2C3-FE42-D4D7-3FC2-7D882DC25E25}"/>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AAC1629-13A3-422B-3F33-F749202E6927}"/>
              </a:ext>
            </a:extLst>
          </p:cNvPr>
          <p:cNvSpPr>
            <a:spLocks noGrp="1"/>
          </p:cNvSpPr>
          <p:nvPr>
            <p:ph type="sldNum" sz="quarter" idx="16"/>
          </p:nvPr>
        </p:nvSpPr>
        <p:spPr/>
        <p:txBody>
          <a:bodyPr/>
          <a:lstStyle/>
          <a:p>
            <a:fld id="{19CA33DB-3EF7-0D48-8164-B05E3E6F1758}" type="slidenum">
              <a:rPr kumimoji="1" lang="ja-JP" altLang="en-US" smtClean="0"/>
              <a:pPr/>
              <a:t>2</a:t>
            </a:fld>
            <a:endParaRPr kumimoji="1" lang="ja-JP" altLang="en-US"/>
          </a:p>
        </p:txBody>
      </p:sp>
      <p:sp>
        <p:nvSpPr>
          <p:cNvPr id="5" name="Title 2">
            <a:extLst>
              <a:ext uri="{FF2B5EF4-FFF2-40B4-BE49-F238E27FC236}">
                <a16:creationId xmlns:a16="http://schemas.microsoft.com/office/drawing/2014/main" id="{6115DC4F-79EC-923D-459A-414AAA5462C1}"/>
              </a:ext>
            </a:extLst>
          </p:cNvPr>
          <p:cNvSpPr txBox="1">
            <a:spLocks/>
          </p:cNvSpPr>
          <p:nvPr/>
        </p:nvSpPr>
        <p:spPr>
          <a:xfrm>
            <a:off x="314337" y="267251"/>
            <a:ext cx="9758225" cy="864000"/>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kumimoji="1" sz="3200" kern="1200" spc="0" baseline="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 sz="32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j-cs"/>
                <a:sym typeface="Meiryo UI" panose="020B0604030504040204" pitchFamily="50" charset="-128"/>
              </a:rPr>
              <a:t>Document Information</a:t>
            </a:r>
          </a:p>
        </p:txBody>
      </p:sp>
      <p:sp>
        <p:nvSpPr>
          <p:cNvPr id="6" name="Content Placeholder 3">
            <a:extLst>
              <a:ext uri="{FF2B5EF4-FFF2-40B4-BE49-F238E27FC236}">
                <a16:creationId xmlns:a16="http://schemas.microsoft.com/office/drawing/2014/main" id="{10A66D26-9BD1-0C5B-9DB0-B8CF9CC7232A}"/>
              </a:ext>
            </a:extLst>
          </p:cNvPr>
          <p:cNvSpPr txBox="1">
            <a:spLocks/>
          </p:cNvSpPr>
          <p:nvPr/>
        </p:nvSpPr>
        <p:spPr>
          <a:xfrm>
            <a:off x="395603" y="1010871"/>
            <a:ext cx="11238525" cy="4836257"/>
          </a:xfrm>
          <a:prstGeom prst="rect">
            <a:avLst/>
          </a:prstGeom>
        </p:spPr>
        <p:txBody>
          <a:bodyPr/>
          <a:lstStyle>
            <a:lvl1pPr marL="358775" indent="-358775" algn="l" defTabSz="914400" rtl="0" eaLnBrk="1" latinLnBrk="0" hangingPunct="1">
              <a:lnSpc>
                <a:spcPct val="113000"/>
              </a:lnSpc>
              <a:spcBef>
                <a:spcPts val="0"/>
              </a:spcBef>
              <a:spcAft>
                <a:spcPts val="800"/>
              </a:spcAft>
              <a:buClr>
                <a:schemeClr val="accent1"/>
              </a:buClr>
              <a:buFontTx/>
              <a:buBlip>
                <a:blip r:embed="rId2"/>
              </a:buBlip>
              <a:defRPr kumimoji="1" sz="1600" kern="1200" baseline="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5475" indent="-266700" algn="l" defTabSz="914400" rtl="0" eaLnBrk="1" latinLnBrk="0" hangingPunct="1">
              <a:lnSpc>
                <a:spcPct val="113000"/>
              </a:lnSpc>
              <a:spcBef>
                <a:spcPts val="0"/>
              </a:spcBef>
              <a:spcAft>
                <a:spcPts val="800"/>
              </a:spcAft>
              <a:buClr>
                <a:schemeClr val="accent1"/>
              </a:buClr>
              <a:buFontTx/>
              <a:buBlip>
                <a:blip r:embed="rId2"/>
              </a:buBlip>
              <a:defRPr kumimoji="1" sz="1200" kern="1200" baseline="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898525" indent="-273050" algn="l" defTabSz="914400" rtl="0" eaLnBrk="1" latinLnBrk="0" hangingPunct="1">
              <a:lnSpc>
                <a:spcPct val="113000"/>
              </a:lnSpc>
              <a:spcBef>
                <a:spcPts val="0"/>
              </a:spcBef>
              <a:spcAft>
                <a:spcPts val="800"/>
              </a:spcAft>
              <a:buClr>
                <a:schemeClr val="accent1"/>
              </a:buClr>
              <a:buFontTx/>
              <a:buBlip>
                <a:blip r:embed="rId2"/>
              </a:buBlip>
              <a:defRPr kumimoji="1" sz="900" kern="1200" baseline="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898525" indent="0" algn="l" defTabSz="914400" rtl="0" eaLnBrk="1" latinLnBrk="0" hangingPunct="1">
              <a:lnSpc>
                <a:spcPct val="100000"/>
              </a:lnSpc>
              <a:spcBef>
                <a:spcPts val="0"/>
              </a:spcBef>
              <a:spcAft>
                <a:spcPts val="800"/>
              </a:spcAft>
              <a:buClr>
                <a:schemeClr val="accent1"/>
              </a:buClr>
              <a:buFont typeface="Arial" panose="020B0604020202020204" pitchFamily="34" charset="0"/>
              <a:buNone/>
              <a:defRPr kumimoji="1" sz="800" kern="1200">
                <a:solidFill>
                  <a:schemeClr val="tx1"/>
                </a:solidFill>
                <a:latin typeface="+mn-lt"/>
                <a:ea typeface="+mn-ea"/>
                <a:cs typeface="+mn-cs"/>
              </a:defRPr>
            </a:lvl4pPr>
            <a:lvl5pPr marL="1165225" indent="0" algn="l" defTabSz="914400" rtl="0" eaLnBrk="1" latinLnBrk="0" hangingPunct="1">
              <a:lnSpc>
                <a:spcPct val="100000"/>
              </a:lnSpc>
              <a:spcBef>
                <a:spcPts val="0"/>
              </a:spcBef>
              <a:spcAft>
                <a:spcPts val="800"/>
              </a:spcAft>
              <a:buClr>
                <a:schemeClr val="accent1"/>
              </a:buClr>
              <a:buFont typeface="Arial" panose="020B0604020202020204" pitchFamily="34" charset="0"/>
              <a:buNone/>
              <a:defRPr kumimoji="1" sz="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kumimoji="1" sz="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kumimoji="1" sz="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 altLang="en-US" dirty="0"/>
              <a:t>About this document</a:t>
            </a:r>
            <a:endParaRPr lang="en-US" altLang="ja-JP" dirty="0"/>
          </a:p>
          <a:p>
            <a:endParaRPr lang="en-US" altLang="ja-JP" dirty="0"/>
          </a:p>
          <a:p>
            <a:endParaRPr lang="en-US" altLang="ja-JP" dirty="0"/>
          </a:p>
          <a:p>
            <a:endParaRPr lang="en-US" altLang="ja-JP" dirty="0"/>
          </a:p>
          <a:p>
            <a:endParaRPr lang="en-US" altLang="ja-JP" dirty="0"/>
          </a:p>
        </p:txBody>
      </p:sp>
      <p:graphicFrame>
        <p:nvGraphicFramePr>
          <p:cNvPr id="7" name="Group 78">
            <a:extLst>
              <a:ext uri="{FF2B5EF4-FFF2-40B4-BE49-F238E27FC236}">
                <a16:creationId xmlns:a16="http://schemas.microsoft.com/office/drawing/2014/main" id="{F3BFC82D-4E50-1524-D14D-C08505204A98}"/>
              </a:ext>
            </a:extLst>
          </p:cNvPr>
          <p:cNvGraphicFramePr>
            <a:graphicFrameLocks noGrp="1"/>
          </p:cNvGraphicFramePr>
          <p:nvPr>
            <p:extLst>
              <p:ext uri="{D42A27DB-BD31-4B8C-83A1-F6EECF244321}">
                <p14:modId xmlns:p14="http://schemas.microsoft.com/office/powerpoint/2010/main" val="1579849739"/>
              </p:ext>
            </p:extLst>
          </p:nvPr>
        </p:nvGraphicFramePr>
        <p:xfrm>
          <a:off x="755575" y="1616634"/>
          <a:ext cx="10518583" cy="1851702"/>
        </p:xfrm>
        <a:graphic>
          <a:graphicData uri="http://schemas.openxmlformats.org/drawingml/2006/table">
            <a:tbl>
              <a:tblPr/>
              <a:tblGrid>
                <a:gridCol w="1326613">
                  <a:extLst>
                    <a:ext uri="{9D8B030D-6E8A-4147-A177-3AD203B41FA5}">
                      <a16:colId xmlns:a16="http://schemas.microsoft.com/office/drawing/2014/main" val="20000"/>
                    </a:ext>
                  </a:extLst>
                </a:gridCol>
                <a:gridCol w="9191970">
                  <a:extLst>
                    <a:ext uri="{9D8B030D-6E8A-4147-A177-3AD203B41FA5}">
                      <a16:colId xmlns:a16="http://schemas.microsoft.com/office/drawing/2014/main" val="20001"/>
                    </a:ext>
                  </a:extLst>
                </a:gridCol>
              </a:tblGrid>
              <a:tr h="434423">
                <a:tc>
                  <a:txBody>
                    <a:bodyPr/>
                    <a:lstStyle>
                      <a:lvl1pPr eaLnBrk="0" hangingPunct="0">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742950" indent="-285750" eaLnBrk="0" hangingPunct="0">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1143000" indent="-228600" eaLnBrk="0" hangingPunct="0">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1600200" indent="-228600" eaLnBrk="0" hangingPunct="0">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4pPr>
                      <a:lvl5pPr marL="2057400" indent="-228600" eaLnBrk="0" hangingPunct="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5pPr>
                      <a:lvl6pPr marL="25146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6pPr>
                      <a:lvl7pPr marL="29718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7pPr>
                      <a:lvl8pPr marL="34290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8pPr>
                      <a:lvl9pPr marL="38862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9pPr>
                    </a:lstStyle>
                    <a:p>
                      <a:pPr marL="0" marR="0" lvl="0" indent="0" algn="l" defTabSz="914400" rtl="0" eaLnBrk="0" fontAlgn="base" latinLnBrk="0" hangingPunct="0">
                        <a:lnSpc>
                          <a:spcPct val="100000"/>
                        </a:lnSpc>
                        <a:spcBef>
                          <a:spcPct val="0"/>
                        </a:spcBef>
                        <a:spcAft>
                          <a:spcPct val="0"/>
                        </a:spcAft>
                        <a:buClr>
                          <a:srgbClr val="000099"/>
                        </a:buClr>
                        <a:buSzTx/>
                        <a:buFontTx/>
                        <a:buNone/>
                        <a:tabLst/>
                      </a:pPr>
                      <a:r>
                        <a:rPr kumimoji="1" lang="en" altLang="en-US" sz="1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Purpose</a:t>
                      </a:r>
                    </a:p>
                  </a:txBody>
                  <a:tcPr marL="68580" marR="68580" marT="34297" marB="34297"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rgbClr val="A6E6D1"/>
                    </a:solidFill>
                  </a:tcPr>
                </a:tc>
                <a:tc>
                  <a:txBody>
                    <a:bodyPr/>
                    <a:lstStyle>
                      <a:lvl1pPr eaLnBrk="0" hangingPunct="0">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742950" indent="-285750" eaLnBrk="0" hangingPunct="0">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1143000" indent="-228600" eaLnBrk="0" hangingPunct="0">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1600200" indent="-228600" eaLnBrk="0" hangingPunct="0">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4pPr>
                      <a:lvl5pPr marL="2057400" indent="-228600" eaLnBrk="0" hangingPunct="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5pPr>
                      <a:lvl6pPr marL="25146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6pPr>
                      <a:lvl7pPr marL="29718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7pPr>
                      <a:lvl8pPr marL="34290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8pPr>
                      <a:lvl9pPr marL="38862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9pPr>
                    </a:lstStyle>
                    <a:p>
                      <a:pPr marL="0" marR="0" lvl="0" indent="0" algn="l" defTabSz="914400" rtl="0" eaLnBrk="0" fontAlgn="base" latinLnBrk="0" hangingPunct="0">
                        <a:lnSpc>
                          <a:spcPct val="100000"/>
                        </a:lnSpc>
                        <a:spcBef>
                          <a:spcPct val="0"/>
                        </a:spcBef>
                        <a:spcAft>
                          <a:spcPct val="0"/>
                        </a:spcAft>
                        <a:buClr>
                          <a:srgbClr val="000099"/>
                        </a:buClr>
                        <a:buSzTx/>
                        <a:buFontTx/>
                        <a:buNone/>
                        <a:tabLst/>
                      </a:pPr>
                      <a:r>
                        <a:rPr kumimoji="1" lang="en" altLang="ja-JP" sz="1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This document is that defines the coding rules to be adhered to when writing Python in ALFA project</a:t>
                      </a:r>
                      <a:endParaRPr kumimoji="1" lang="en-US" altLang="ja-JP" sz="1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68580" marR="68580" marT="34297" marB="34297"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3044">
                <a:tc>
                  <a:txBody>
                    <a:bodyPr/>
                    <a:lstStyle>
                      <a:lvl1pPr eaLnBrk="0" hangingPunct="0">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742950" indent="-285750" eaLnBrk="0" hangingPunct="0">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1143000" indent="-228600" eaLnBrk="0" hangingPunct="0">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1600200" indent="-228600" eaLnBrk="0" hangingPunct="0">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4pPr>
                      <a:lvl5pPr marL="2057400" indent="-228600" eaLnBrk="0" hangingPunct="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5pPr>
                      <a:lvl6pPr marL="25146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6pPr>
                      <a:lvl7pPr marL="29718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7pPr>
                      <a:lvl8pPr marL="34290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8pPr>
                      <a:lvl9pPr marL="38862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9pPr>
                    </a:lstStyle>
                    <a:p>
                      <a:pPr marL="0" marR="0" lvl="0" indent="0" algn="l" defTabSz="914400" rtl="0" eaLnBrk="0" fontAlgn="base" latinLnBrk="0" hangingPunct="0">
                        <a:lnSpc>
                          <a:spcPct val="100000"/>
                        </a:lnSpc>
                        <a:spcBef>
                          <a:spcPct val="0"/>
                        </a:spcBef>
                        <a:spcAft>
                          <a:spcPct val="0"/>
                        </a:spcAft>
                        <a:buClr>
                          <a:srgbClr val="000099"/>
                        </a:buClr>
                        <a:buSzTx/>
                        <a:buFontTx/>
                        <a:buNone/>
                        <a:tabLst/>
                      </a:pPr>
                      <a:r>
                        <a:rPr kumimoji="1" lang="en" altLang="en-US" sz="1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Target audience</a:t>
                      </a:r>
                    </a:p>
                  </a:txBody>
                  <a:tcPr marL="68580" marR="68580" marT="34297" marB="34297"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rgbClr val="A6E6D1"/>
                    </a:solidFill>
                  </a:tcPr>
                </a:tc>
                <a:tc>
                  <a:txBody>
                    <a:bodyPr/>
                    <a:lstStyle>
                      <a:lvl1pPr eaLnBrk="0" hangingPunct="0">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742950" indent="-285750" eaLnBrk="0" hangingPunct="0">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1143000" indent="-228600" eaLnBrk="0" hangingPunct="0">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1600200" indent="-228600" eaLnBrk="0" hangingPunct="0">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4pPr>
                      <a:lvl5pPr marL="2057400" indent="-228600" eaLnBrk="0" hangingPunct="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5pPr>
                      <a:lvl6pPr marL="25146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6pPr>
                      <a:lvl7pPr marL="29718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7pPr>
                      <a:lvl8pPr marL="34290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8pPr>
                      <a:lvl9pPr marL="3886200" indent="-228600" eaLnBrk="0" fontAlgn="base" hangingPunct="0">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anose="020B0900000000000000" pitchFamily="50" charset="-128"/>
                        </a:defRPr>
                      </a:lvl9pPr>
                    </a:lstStyle>
                    <a:p>
                      <a:pPr marL="0" marR="0" lvl="0" indent="0" algn="l" defTabSz="914400" rtl="0" eaLnBrk="0" fontAlgn="base" latinLnBrk="0" hangingPunct="0">
                        <a:lnSpc>
                          <a:spcPct val="100000"/>
                        </a:lnSpc>
                        <a:spcBef>
                          <a:spcPct val="0"/>
                        </a:spcBef>
                        <a:spcAft>
                          <a:spcPct val="0"/>
                        </a:spcAft>
                        <a:buClr>
                          <a:srgbClr val="000099"/>
                        </a:buClr>
                        <a:buSzTx/>
                        <a:buFontTx/>
                        <a:buNone/>
                        <a:tabLst/>
                      </a:pPr>
                      <a:r>
                        <a:rPr kumimoji="1" lang="en" altLang="ja-JP" sz="1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ALFA Project Personnel and PAS IT Personnel</a:t>
                      </a:r>
                      <a:endParaRPr kumimoji="1" lang="ja-JP" altLang="en-US" sz="1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68580" marR="68580" marT="34297" marB="34297"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3044">
                <a:tc>
                  <a:txBody>
                    <a:bodyPr/>
                    <a:lstStyle/>
                    <a:p>
                      <a:pPr marL="0" marR="0" lvl="0" indent="0" algn="l" defTabSz="914400" rtl="0" eaLnBrk="0" fontAlgn="base" latinLnBrk="0" hangingPunct="0">
                        <a:lnSpc>
                          <a:spcPct val="100000"/>
                        </a:lnSpc>
                        <a:spcBef>
                          <a:spcPct val="0"/>
                        </a:spcBef>
                        <a:spcAft>
                          <a:spcPct val="0"/>
                        </a:spcAft>
                        <a:buClr>
                          <a:srgbClr val="000099"/>
                        </a:buClr>
                        <a:buSzTx/>
                        <a:buFontTx/>
                        <a:buNone/>
                        <a:tabLst/>
                      </a:pPr>
                      <a:r>
                        <a:rPr kumimoji="1" lang="en" altLang="en-US" sz="1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Goal</a:t>
                      </a:r>
                    </a:p>
                  </a:txBody>
                  <a:tcPr marL="68580" marR="68580" marT="34297" marB="34297"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rgbClr val="A6E6D1"/>
                    </a:solidFill>
                  </a:tcPr>
                </a:tc>
                <a:tc>
                  <a:txBody>
                    <a:bodyPr/>
                    <a:lstStyle/>
                    <a:p>
                      <a:pPr marL="0" marR="0" lvl="0" indent="0" algn="l" defTabSz="914400" rtl="0" eaLnBrk="0" fontAlgn="base" latinLnBrk="0" hangingPunct="0">
                        <a:lnSpc>
                          <a:spcPct val="100000"/>
                        </a:lnSpc>
                        <a:spcBef>
                          <a:spcPct val="0"/>
                        </a:spcBef>
                        <a:spcAft>
                          <a:spcPct val="0"/>
                        </a:spcAft>
                        <a:buClr>
                          <a:srgbClr val="000099"/>
                        </a:buClr>
                        <a:buSzTx/>
                        <a:buFontTx/>
                        <a:buNone/>
                        <a:tabLst/>
                      </a:pPr>
                      <a:r>
                        <a:rPr kumimoji="1" lang="en" altLang="ja-JP" sz="1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Share the Python coding conventions in ALFA project and standardize input, coding content, and quality during development.</a:t>
                      </a:r>
                      <a:endParaRPr kumimoji="1" lang="en-US" altLang="ja-JP" sz="1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68580" marR="68580" marT="34297" marB="34297"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7195333"/>
                  </a:ext>
                </a:extLst>
              </a:tr>
            </a:tbl>
          </a:graphicData>
        </a:graphic>
      </p:graphicFrame>
      <p:sp>
        <p:nvSpPr>
          <p:cNvPr id="3" name="テキスト ボックス 2">
            <a:extLst>
              <a:ext uri="{FF2B5EF4-FFF2-40B4-BE49-F238E27FC236}">
                <a16:creationId xmlns:a16="http://schemas.microsoft.com/office/drawing/2014/main" id="{3603608F-8078-4814-6F0A-6CFB28678219}"/>
              </a:ext>
            </a:extLst>
          </p:cNvPr>
          <p:cNvSpPr txBox="1"/>
          <p:nvPr/>
        </p:nvSpPr>
        <p:spPr>
          <a:xfrm>
            <a:off x="1184988" y="-195943"/>
            <a:ext cx="365485" cy="307777"/>
          </a:xfrm>
          <a:prstGeom prst="rect">
            <a:avLst/>
          </a:prstGeom>
          <a:noFill/>
        </p:spPr>
        <p:txBody>
          <a:bodyPr wrap="none" lIns="0" tIns="0" rIns="0" bIns="0" rtlCol="0">
            <a:spAutoFit/>
          </a:bodyPr>
          <a:lstStyle/>
          <a:p>
            <a:pPr marL="361950" indent="-361950" algn="l">
              <a:buClr>
                <a:schemeClr val="accent1"/>
              </a:buClr>
              <a:buFontTx/>
              <a:buBlip>
                <a:blip r:embed="rId2"/>
              </a:buBlip>
            </a:pPr>
            <a:endParaRPr kumimoji="1" lang="ja-JP" altLang="en-US" sz="2000" dirty="0" err="1"/>
          </a:p>
        </p:txBody>
      </p:sp>
    </p:spTree>
    <p:extLst>
      <p:ext uri="{BB962C8B-B14F-4D97-AF65-F5344CB8AC3E}">
        <p14:creationId xmlns:p14="http://schemas.microsoft.com/office/powerpoint/2010/main" val="26720659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14769-2901-11DD-B658-F7C23FFF7EBD}"/>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0D7AAA29-AA3D-CCAF-3007-8105D846BFBF}"/>
              </a:ext>
            </a:extLst>
          </p:cNvPr>
          <p:cNvSpPr>
            <a:spLocks noGrp="1"/>
          </p:cNvSpPr>
          <p:nvPr>
            <p:ph type="sldNum" sz="quarter" idx="16"/>
          </p:nvPr>
        </p:nvSpPr>
        <p:spPr/>
        <p:txBody>
          <a:bodyPr/>
          <a:lstStyle/>
          <a:p>
            <a:fld id="{19CA33DB-3EF7-0D48-8164-B05E3E6F1758}" type="slidenum">
              <a:rPr kumimoji="1" lang="ja-JP" altLang="en-US" smtClean="0"/>
              <a:pPr/>
              <a:t>3</a:t>
            </a:fld>
            <a:endParaRPr kumimoji="1" lang="ja-JP" altLang="en-US"/>
          </a:p>
        </p:txBody>
      </p:sp>
      <p:sp>
        <p:nvSpPr>
          <p:cNvPr id="2" name="Title 2">
            <a:extLst>
              <a:ext uri="{FF2B5EF4-FFF2-40B4-BE49-F238E27FC236}">
                <a16:creationId xmlns:a16="http://schemas.microsoft.com/office/drawing/2014/main" id="{09743CB3-6BC4-63F4-9278-0C336D689B33}"/>
              </a:ext>
            </a:extLst>
          </p:cNvPr>
          <p:cNvSpPr txBox="1">
            <a:spLocks/>
          </p:cNvSpPr>
          <p:nvPr/>
        </p:nvSpPr>
        <p:spPr>
          <a:xfrm>
            <a:off x="314337" y="267251"/>
            <a:ext cx="9758225" cy="569461"/>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kumimoji="1" sz="3200" kern="1200" spc="0" baseline="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 altLang="en-US" sz="2400" noProof="1">
                <a:solidFill>
                  <a:prstClr val="black"/>
                </a:solidFill>
              </a:rPr>
              <a:t>Agenda</a:t>
            </a:r>
            <a:endParaRPr kumimoji="1" lang="en-US" sz="24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5" name="テキスト ボックス 4">
            <a:extLst>
              <a:ext uri="{FF2B5EF4-FFF2-40B4-BE49-F238E27FC236}">
                <a16:creationId xmlns:a16="http://schemas.microsoft.com/office/drawing/2014/main" id="{5F0E05A8-9718-0DA0-0E42-F999051F870B}"/>
              </a:ext>
            </a:extLst>
          </p:cNvPr>
          <p:cNvSpPr txBox="1"/>
          <p:nvPr/>
        </p:nvSpPr>
        <p:spPr>
          <a:xfrm>
            <a:off x="1054812" y="724745"/>
            <a:ext cx="6823806" cy="5580695"/>
          </a:xfrm>
          <a:prstGeom prst="rect">
            <a:avLst/>
          </a:prstGeom>
          <a:noFill/>
        </p:spPr>
        <p:txBody>
          <a:bodyPr wrap="square" rtlCol="0">
            <a:spAutoFit/>
          </a:bodyPr>
          <a:lstStyle/>
          <a:p>
            <a:pPr>
              <a:lnSpc>
                <a:spcPct val="150000"/>
              </a:lnSpc>
            </a:pPr>
            <a:r>
              <a:rPr lang="en" altLang="ja-JP" sz="1600" dirty="0">
                <a:latin typeface="Meiryo UI" panose="020B0604030504040204" pitchFamily="50" charset="-128"/>
                <a:ea typeface="Meiryo UI" panose="020B0604030504040204" pitchFamily="50" charset="-128"/>
              </a:rPr>
              <a:t>1) Purpose of this guide</a:t>
            </a:r>
            <a:endParaRPr lang="en-US" altLang="ja-JP" sz="1600" dirty="0">
              <a:latin typeface="Meiryo UI" panose="020B0604030504040204" pitchFamily="50" charset="-128"/>
              <a:ea typeface="Meiryo UI" panose="020B0604030504040204" pitchFamily="50" charset="-128"/>
            </a:endParaRPr>
          </a:p>
          <a:p>
            <a:pPr>
              <a:lnSpc>
                <a:spcPct val="150000"/>
              </a:lnSpc>
            </a:pPr>
            <a:r>
              <a:rPr lang="en" altLang="ja-JP" sz="1600" dirty="0">
                <a:latin typeface="Meiryo UI" panose="020B0604030504040204" pitchFamily="50" charset="-128"/>
                <a:ea typeface="Meiryo UI" panose="020B0604030504040204" pitchFamily="50" charset="-128"/>
              </a:rPr>
              <a:t>2) Coding conventions</a:t>
            </a:r>
            <a:endParaRPr lang="en-US" altLang="ja-JP" sz="1600" dirty="0">
              <a:latin typeface="Meiryo UI" panose="020B0604030504040204" pitchFamily="50" charset="-128"/>
              <a:ea typeface="Meiryo UI" panose="020B0604030504040204" pitchFamily="50" charset="-128"/>
            </a:endParaRPr>
          </a:p>
          <a:p>
            <a:pPr lvl="1">
              <a:lnSpc>
                <a:spcPct val="150000"/>
              </a:lnSpc>
            </a:pPr>
            <a:r>
              <a:rPr lang="en" altLang="ja-JP" sz="1600" dirty="0">
                <a:latin typeface="Meiryo UI" panose="020B0604030504040204" pitchFamily="50" charset="-128"/>
                <a:ea typeface="Meiryo UI" panose="020B0604030504040204" pitchFamily="50" charset="-128"/>
              </a:rPr>
              <a:t>1. Overall Structure</a:t>
            </a:r>
            <a:endParaRPr lang="en-US" altLang="ja-JP" sz="1600" dirty="0">
              <a:latin typeface="Meiryo UI" panose="020B0604030504040204" pitchFamily="50" charset="-128"/>
              <a:ea typeface="Meiryo UI" panose="020B0604030504040204" pitchFamily="50" charset="-128"/>
            </a:endParaRPr>
          </a:p>
          <a:p>
            <a:pPr lvl="1">
              <a:lnSpc>
                <a:spcPct val="150000"/>
              </a:lnSpc>
            </a:pPr>
            <a:r>
              <a:rPr lang="en" altLang="ja-JP" sz="1600" dirty="0">
                <a:latin typeface="Meiryo UI" panose="020B0604030504040204" pitchFamily="50" charset="-128"/>
                <a:ea typeface="Meiryo UI" panose="020B0604030504040204" pitchFamily="50" charset="-128"/>
              </a:rPr>
              <a:t>2. Header</a:t>
            </a:r>
            <a:endParaRPr lang="en-US" altLang="ja-JP" sz="1600" dirty="0">
              <a:latin typeface="Meiryo UI" panose="020B0604030504040204" pitchFamily="50" charset="-128"/>
              <a:ea typeface="Meiryo UI" panose="020B0604030504040204" pitchFamily="50" charset="-128"/>
            </a:endParaRPr>
          </a:p>
          <a:p>
            <a:pPr lvl="1">
              <a:lnSpc>
                <a:spcPct val="150000"/>
              </a:lnSpc>
            </a:pPr>
            <a:r>
              <a:rPr lang="en" altLang="ja-JP" sz="1600" dirty="0">
                <a:latin typeface="Meiryo UI" panose="020B0604030504040204" pitchFamily="50" charset="-128"/>
                <a:ea typeface="Meiryo UI" panose="020B0604030504040204" pitchFamily="50" charset="-128"/>
              </a:rPr>
              <a:t>3. Handling of change history during development</a:t>
            </a:r>
            <a:endParaRPr lang="en-US" altLang="ja-JP" sz="1600" dirty="0">
              <a:latin typeface="Meiryo UI" panose="020B0604030504040204" pitchFamily="50" charset="-128"/>
              <a:ea typeface="Meiryo UI" panose="020B0604030504040204" pitchFamily="50" charset="-128"/>
            </a:endParaRPr>
          </a:p>
          <a:p>
            <a:pPr lvl="1">
              <a:lnSpc>
                <a:spcPct val="150000"/>
              </a:lnSpc>
            </a:pPr>
            <a:r>
              <a:rPr lang="en" altLang="ja-JP" sz="1600" dirty="0">
                <a:latin typeface="Meiryo UI" panose="020B0604030504040204" pitchFamily="50" charset="-128"/>
                <a:ea typeface="Meiryo UI" panose="020B0604030504040204" pitchFamily="50" charset="-128"/>
              </a:rPr>
              <a:t>4. Line break</a:t>
            </a:r>
            <a:endParaRPr lang="en-US" altLang="ja-JP" sz="1600" dirty="0">
              <a:latin typeface="Meiryo UI" panose="020B0604030504040204" pitchFamily="50" charset="-128"/>
              <a:ea typeface="Meiryo UI" panose="020B0604030504040204" pitchFamily="50" charset="-128"/>
            </a:endParaRPr>
          </a:p>
          <a:p>
            <a:pPr lvl="1">
              <a:lnSpc>
                <a:spcPct val="150000"/>
              </a:lnSpc>
            </a:pPr>
            <a:r>
              <a:rPr lang="en" altLang="ja-JP" sz="1600" dirty="0">
                <a:latin typeface="Meiryo UI" panose="020B0604030504040204" pitchFamily="50" charset="-128"/>
                <a:ea typeface="Meiryo UI" panose="020B0604030504040204" pitchFamily="50" charset="-128"/>
              </a:rPr>
              <a:t>5. Comment</a:t>
            </a:r>
            <a:endParaRPr lang="en-US" altLang="ja-JP" sz="1600" dirty="0">
              <a:latin typeface="Meiryo UI" panose="020B0604030504040204" pitchFamily="50" charset="-128"/>
              <a:ea typeface="Meiryo UI" panose="020B0604030504040204" pitchFamily="50" charset="-128"/>
            </a:endParaRPr>
          </a:p>
          <a:p>
            <a:pPr lvl="1">
              <a:lnSpc>
                <a:spcPct val="150000"/>
              </a:lnSpc>
            </a:pPr>
            <a:r>
              <a:rPr lang="en" altLang="ja-JP" sz="1600" dirty="0">
                <a:latin typeface="Meiryo UI" panose="020B0604030504040204" pitchFamily="50" charset="-128"/>
                <a:ea typeface="Meiryo UI" panose="020B0604030504040204" pitchFamily="50" charset="-128"/>
              </a:rPr>
              <a:t>6. Naming conventions for constants/variables/functions</a:t>
            </a:r>
            <a:endParaRPr lang="en-US" altLang="ja-JP" sz="1600" dirty="0">
              <a:latin typeface="Meiryo UI" panose="020B0604030504040204" pitchFamily="50" charset="-128"/>
              <a:ea typeface="Meiryo UI" panose="020B0604030504040204" pitchFamily="50" charset="-128"/>
            </a:endParaRPr>
          </a:p>
          <a:p>
            <a:pPr lvl="1">
              <a:lnSpc>
                <a:spcPct val="150000"/>
              </a:lnSpc>
            </a:pPr>
            <a:r>
              <a:rPr lang="en" altLang="ja-JP" sz="1600" dirty="0">
                <a:latin typeface="Meiryo UI" panose="020B0604030504040204" pitchFamily="50" charset="-128"/>
                <a:ea typeface="Meiryo UI" panose="020B0604030504040204" pitchFamily="50" charset="-128"/>
              </a:rPr>
              <a:t>7. Defining Functions</a:t>
            </a:r>
            <a:endParaRPr lang="en-US" altLang="ja-JP" sz="1600" dirty="0">
              <a:latin typeface="Meiryo UI" panose="020B0604030504040204" pitchFamily="50" charset="-128"/>
              <a:ea typeface="Meiryo UI" panose="020B0604030504040204" pitchFamily="50" charset="-128"/>
            </a:endParaRPr>
          </a:p>
          <a:p>
            <a:pPr lvl="1">
              <a:lnSpc>
                <a:spcPct val="150000"/>
              </a:lnSpc>
            </a:pPr>
            <a:r>
              <a:rPr lang="en" altLang="ja-JP" sz="1600" dirty="0">
                <a:latin typeface="Meiryo UI" panose="020B0604030504040204" pitchFamily="50" charset="-128"/>
                <a:ea typeface="Meiryo UI" panose="020B0604030504040204" pitchFamily="50" charset="-128"/>
              </a:rPr>
              <a:t>8. Use single quotes and double quotes</a:t>
            </a:r>
            <a:endParaRPr lang="en-US" altLang="ja-JP" sz="1600" dirty="0">
              <a:latin typeface="Meiryo UI" panose="020B0604030504040204" pitchFamily="50" charset="-128"/>
              <a:ea typeface="Meiryo UI" panose="020B0604030504040204" pitchFamily="50" charset="-128"/>
            </a:endParaRPr>
          </a:p>
          <a:p>
            <a:pPr lvl="1">
              <a:lnSpc>
                <a:spcPct val="150000"/>
              </a:lnSpc>
            </a:pPr>
            <a:r>
              <a:rPr lang="en" altLang="ja-JP" sz="1600" dirty="0">
                <a:latin typeface="Meiryo UI" panose="020B0604030504040204" pitchFamily="50" charset="-128"/>
                <a:ea typeface="Meiryo UI" panose="020B0604030504040204" pitchFamily="50" charset="-128"/>
              </a:rPr>
              <a:t>9. Spaces (whitespace)</a:t>
            </a:r>
          </a:p>
          <a:p>
            <a:pPr lvl="1">
              <a:lnSpc>
                <a:spcPct val="150000"/>
              </a:lnSpc>
            </a:pPr>
            <a:r>
              <a:rPr lang="en" altLang="ja-JP" sz="1600" dirty="0">
                <a:latin typeface="Meiryo UI" panose="020B0604030504040204" pitchFamily="50" charset="-128"/>
                <a:ea typeface="Meiryo UI" panose="020B0604030504040204" pitchFamily="50" charset="-128"/>
              </a:rPr>
              <a:t>10. Indentation</a:t>
            </a:r>
            <a:endParaRPr lang="en-US" altLang="ja-JP" sz="1600" dirty="0">
              <a:latin typeface="Meiryo UI" panose="020B0604030504040204" pitchFamily="50" charset="-128"/>
              <a:ea typeface="Meiryo UI" panose="020B0604030504040204" pitchFamily="50" charset="-128"/>
            </a:endParaRPr>
          </a:p>
          <a:p>
            <a:pPr lvl="1">
              <a:lnSpc>
                <a:spcPct val="150000"/>
              </a:lnSpc>
            </a:pPr>
            <a:r>
              <a:rPr lang="en" altLang="ja-JP" sz="1600" dirty="0">
                <a:latin typeface="Meiryo UI" panose="020B0604030504040204" pitchFamily="50" charset="-128"/>
                <a:ea typeface="Meiryo UI" panose="020B0604030504040204" pitchFamily="50" charset="-128"/>
              </a:rPr>
              <a:t>11. Exception Handling</a:t>
            </a:r>
            <a:endParaRPr lang="en-US" altLang="ja-JP" sz="1600" dirty="0">
              <a:latin typeface="Meiryo UI" panose="020B0604030504040204" pitchFamily="50" charset="-128"/>
              <a:ea typeface="Meiryo UI" panose="020B0604030504040204" pitchFamily="50" charset="-128"/>
            </a:endParaRPr>
          </a:p>
          <a:p>
            <a:pPr lvl="1">
              <a:lnSpc>
                <a:spcPct val="150000"/>
              </a:lnSpc>
            </a:pPr>
            <a:r>
              <a:rPr lang="en" altLang="ja-JP" sz="1600" dirty="0">
                <a:latin typeface="Meiryo UI" panose="020B0604030504040204" pitchFamily="50" charset="-128"/>
                <a:ea typeface="Meiryo UI" panose="020B0604030504040204" pitchFamily="50" charset="-128"/>
              </a:rPr>
              <a:t>12. JSON file/JSON format string</a:t>
            </a:r>
            <a:endParaRPr lang="en-US" altLang="ja-JP" sz="1600" dirty="0">
              <a:latin typeface="Meiryo UI" panose="020B0604030504040204" pitchFamily="50" charset="-128"/>
              <a:ea typeface="Meiryo UI" panose="020B0604030504040204" pitchFamily="50" charset="-128"/>
            </a:endParaRPr>
          </a:p>
          <a:p>
            <a:pPr lvl="1">
              <a:lnSpc>
                <a:spcPct val="150000"/>
              </a:lnSpc>
            </a:pPr>
            <a:r>
              <a:rPr lang="en" altLang="ja-JP" sz="1600" dirty="0">
                <a:latin typeface="Meiryo UI" panose="020B0604030504040204" pitchFamily="50" charset="-128"/>
                <a:ea typeface="Meiryo UI" panose="020B0604030504040204" pitchFamily="50" charset="-128"/>
              </a:rPr>
              <a:t>13. Other Notes</a:t>
            </a:r>
            <a:endParaRPr lang="en-US" altLang="ja-JP" sz="16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7752987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32A14-70B1-F86F-76F4-912D8C8BEE4A}"/>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8D34E7E3-0E3C-34CA-38A5-5284E2252353}"/>
              </a:ext>
            </a:extLst>
          </p:cNvPr>
          <p:cNvSpPr>
            <a:spLocks noGrp="1"/>
          </p:cNvSpPr>
          <p:nvPr>
            <p:ph type="sldNum" sz="quarter" idx="16"/>
          </p:nvPr>
        </p:nvSpPr>
        <p:spPr/>
        <p:txBody>
          <a:bodyPr/>
          <a:lstStyle/>
          <a:p>
            <a:fld id="{19CA33DB-3EF7-0D48-8164-B05E3E6F1758}" type="slidenum">
              <a:rPr kumimoji="1" lang="ja-JP" altLang="en-US" smtClean="0"/>
              <a:pPr/>
              <a:t>4</a:t>
            </a:fld>
            <a:endParaRPr kumimoji="1" lang="ja-JP" altLang="en-US"/>
          </a:p>
        </p:txBody>
      </p:sp>
      <p:sp>
        <p:nvSpPr>
          <p:cNvPr id="5" name="正方形/長方形 4">
            <a:extLst>
              <a:ext uri="{FF2B5EF4-FFF2-40B4-BE49-F238E27FC236}">
                <a16:creationId xmlns:a16="http://schemas.microsoft.com/office/drawing/2014/main" id="{68C16684-1963-9D31-C49B-36721E67FA21}"/>
              </a:ext>
            </a:extLst>
          </p:cNvPr>
          <p:cNvSpPr/>
          <p:nvPr/>
        </p:nvSpPr>
        <p:spPr>
          <a:xfrm>
            <a:off x="3364992" y="2633472"/>
            <a:ext cx="5385816" cy="17373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90000" rIns="144000" bIns="90000" numCol="1" spcCol="0" rtlCol="0" fromWordArt="0" anchor="ctr" anchorCtr="0" forceAA="0" compatLnSpc="1">
            <a:prstTxWarp prst="textNoShape">
              <a:avLst/>
            </a:prstTxWarp>
            <a:noAutofit/>
          </a:bodyPr>
          <a:lstStyle/>
          <a:p>
            <a:pPr algn="ctr">
              <a:buClr>
                <a:schemeClr val="accent1"/>
              </a:buClr>
            </a:pPr>
            <a:r>
              <a:rPr kumimoji="1" lang="en" altLang="ja-JP" sz="2400" dirty="0">
                <a:solidFill>
                  <a:schemeClr val="tx1"/>
                </a:solidFill>
              </a:rPr>
              <a:t>1) Purpose of this guide</a:t>
            </a:r>
            <a:endParaRPr kumimoji="1" lang="ja-JP" altLang="en-US" sz="2400" dirty="0">
              <a:solidFill>
                <a:schemeClr val="tx1"/>
              </a:solidFill>
            </a:endParaRPr>
          </a:p>
        </p:txBody>
      </p:sp>
    </p:spTree>
    <p:extLst>
      <p:ext uri="{BB962C8B-B14F-4D97-AF65-F5344CB8AC3E}">
        <p14:creationId xmlns:p14="http://schemas.microsoft.com/office/powerpoint/2010/main" val="223228348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99CEF-9638-3351-FC6B-049BD28CA66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E1368C-715C-E984-DE63-5283B2FAA1AE}"/>
              </a:ext>
            </a:extLst>
          </p:cNvPr>
          <p:cNvSpPr txBox="1"/>
          <p:nvPr/>
        </p:nvSpPr>
        <p:spPr>
          <a:xfrm>
            <a:off x="578120" y="998922"/>
            <a:ext cx="11023330" cy="2800767"/>
          </a:xfrm>
          <a:prstGeom prst="rect">
            <a:avLst/>
          </a:prstGeom>
          <a:noFill/>
        </p:spPr>
        <p:txBody>
          <a:bodyPr wrap="square" rtlCol="0">
            <a:spAutoFit/>
          </a:bodyPr>
          <a:lstStyle/>
          <a:p>
            <a:pPr marL="285750" indent="-285750" fontAlgn="base">
              <a:spcBef>
                <a:spcPct val="0"/>
              </a:spcBef>
              <a:spcAft>
                <a:spcPct val="0"/>
              </a:spcAft>
              <a:buFont typeface="Wingdings" pitchFamily="2" charset="2"/>
              <a:buChar char="n"/>
            </a:pPr>
            <a:r>
              <a:rPr lang="en" altLang="en-US" sz="1600" dirty="0">
                <a:solidFill>
                  <a:srgbClr val="000000"/>
                </a:solidFill>
                <a:latin typeface="Meiryo UI" panose="020B0604030504040204" pitchFamily="50" charset="-128"/>
                <a:ea typeface="Meiryo UI" panose="020B0604030504040204" pitchFamily="50" charset="-128"/>
              </a:rPr>
              <a:t>This guide is a Python coding guide for the ALFA project.</a:t>
            </a:r>
            <a:endParaRPr lang="en-US" altLang="ja-JP" sz="1600" dirty="0">
              <a:solidFill>
                <a:srgbClr val="000000"/>
              </a:solidFill>
              <a:latin typeface="Meiryo UI" panose="020B0604030504040204" pitchFamily="50" charset="-128"/>
              <a:ea typeface="Meiryo UI" panose="020B0604030504040204" pitchFamily="50" charset="-128"/>
            </a:endParaRPr>
          </a:p>
          <a:p>
            <a:pPr fontAlgn="base">
              <a:spcBef>
                <a:spcPct val="0"/>
              </a:spcBef>
              <a:spcAft>
                <a:spcPct val="0"/>
              </a:spcAft>
            </a:pPr>
            <a:endParaRPr lang="en-US" altLang="ja-JP" sz="1600" dirty="0">
              <a:solidFill>
                <a:srgbClr val="000000"/>
              </a:solidFill>
              <a:latin typeface="Meiryo UI" panose="020B0604030504040204" pitchFamily="50" charset="-128"/>
              <a:ea typeface="Meiryo UI" panose="020B0604030504040204" pitchFamily="50" charset="-128"/>
            </a:endParaRPr>
          </a:p>
          <a:p>
            <a:pPr marL="285750" indent="-285750" fontAlgn="base">
              <a:spcBef>
                <a:spcPct val="0"/>
              </a:spcBef>
              <a:spcAft>
                <a:spcPct val="0"/>
              </a:spcAft>
              <a:buFont typeface="Wingdings" pitchFamily="2" charset="2"/>
              <a:buChar char="n"/>
            </a:pPr>
            <a:r>
              <a:rPr lang="en" altLang="ja-JP" sz="1600" dirty="0">
                <a:solidFill>
                  <a:srgbClr val="000000"/>
                </a:solidFill>
                <a:latin typeface="Meiryo UI" panose="020B0604030504040204" pitchFamily="50" charset="-128"/>
                <a:ea typeface="Meiryo UI" panose="020B0604030504040204" pitchFamily="50" charset="-128"/>
              </a:rPr>
              <a:t>Developing in Python involves implementing code according to unified coding conventions to ensure readability, maintainability, and quality. Therefore, it is necessary to clearly define and manage the coding conventions to be adhered to.</a:t>
            </a:r>
            <a:endParaRPr lang="en-US" altLang="ja-JP" sz="1600" dirty="0">
              <a:solidFill>
                <a:srgbClr val="000000"/>
              </a:solidFill>
              <a:latin typeface="Meiryo UI" panose="020B0604030504040204" pitchFamily="50" charset="-128"/>
              <a:ea typeface="Meiryo UI" panose="020B0604030504040204" pitchFamily="50" charset="-128"/>
            </a:endParaRPr>
          </a:p>
          <a:p>
            <a:pPr marL="285750" indent="-285750" fontAlgn="base">
              <a:spcBef>
                <a:spcPct val="0"/>
              </a:spcBef>
              <a:spcAft>
                <a:spcPct val="0"/>
              </a:spcAft>
              <a:buFont typeface="Wingdings" pitchFamily="2" charset="2"/>
              <a:buChar char="n"/>
            </a:pPr>
            <a:r>
              <a:rPr lang="en" altLang="en-US" sz="1600" dirty="0">
                <a:solidFill>
                  <a:srgbClr val="000000"/>
                </a:solidFill>
                <a:latin typeface="Meiryo UI" panose="020B0604030504040204" pitchFamily="50" charset="-128"/>
                <a:ea typeface="Meiryo UI" panose="020B0604030504040204" pitchFamily="50" charset="-128"/>
              </a:rPr>
              <a:t>This guide specifies the Python coding conventions and outlines the necessary matters for Python development.</a:t>
            </a:r>
            <a:endParaRPr lang="en-US" altLang="ja-JP" sz="1600" dirty="0">
              <a:solidFill>
                <a:srgbClr val="000000"/>
              </a:solidFill>
              <a:latin typeface="Meiryo UI" panose="020B0604030504040204" pitchFamily="50" charset="-128"/>
              <a:ea typeface="Meiryo UI" panose="020B0604030504040204" pitchFamily="50" charset="-128"/>
            </a:endParaRPr>
          </a:p>
          <a:p>
            <a:pPr fontAlgn="base">
              <a:spcBef>
                <a:spcPct val="0"/>
              </a:spcBef>
              <a:spcAft>
                <a:spcPct val="0"/>
              </a:spcAft>
            </a:pPr>
            <a:endParaRPr lang="en-US" altLang="ja-JP" sz="1600" dirty="0">
              <a:solidFill>
                <a:srgbClr val="000000"/>
              </a:solidFill>
              <a:latin typeface="Meiryo UI" panose="020B0604030504040204" pitchFamily="50" charset="-128"/>
              <a:ea typeface="Meiryo UI" panose="020B0604030504040204" pitchFamily="50" charset="-128"/>
            </a:endParaRPr>
          </a:p>
          <a:p>
            <a:pPr marL="285750" indent="-285750" fontAlgn="base">
              <a:spcBef>
                <a:spcPct val="0"/>
              </a:spcBef>
              <a:spcAft>
                <a:spcPct val="0"/>
              </a:spcAft>
              <a:buFont typeface="Wingdings" pitchFamily="2" charset="2"/>
              <a:buChar char="n"/>
            </a:pPr>
            <a:r>
              <a:rPr lang="en-US" altLang="en-US" sz="1600" dirty="0">
                <a:solidFill>
                  <a:srgbClr val="000000"/>
                </a:solidFill>
                <a:latin typeface="Meiryo UI" panose="020B0604030504040204" pitchFamily="50" charset="-128"/>
                <a:ea typeface="Meiryo UI" panose="020B0604030504040204" pitchFamily="50" charset="-128"/>
              </a:rPr>
              <a:t>In this guideline, for items specified in PEP-8, comply with PEP-8. </a:t>
            </a:r>
          </a:p>
          <a:p>
            <a:pPr marL="285750" indent="-285750" fontAlgn="base">
              <a:spcBef>
                <a:spcPct val="0"/>
              </a:spcBef>
              <a:spcAft>
                <a:spcPct val="0"/>
              </a:spcAft>
              <a:buFont typeface="Wingdings" pitchFamily="2" charset="2"/>
              <a:buChar char="n"/>
            </a:pPr>
            <a:r>
              <a:rPr lang="en-US" altLang="en-US" sz="1600" dirty="0">
                <a:solidFill>
                  <a:srgbClr val="000000"/>
                </a:solidFill>
                <a:latin typeface="Meiryo UI" panose="020B0604030504040204" pitchFamily="50" charset="-128"/>
                <a:ea typeface="Meiryo UI" panose="020B0604030504040204" pitchFamily="50" charset="-128"/>
              </a:rPr>
              <a:t>If a situation arises that does not align with this guideline, this guideline shall be updated upon agreement among stakeholders.</a:t>
            </a:r>
            <a:endParaRPr lang="en-US" altLang="ja-JP" sz="1600" dirty="0">
              <a:solidFill>
                <a:srgbClr val="000000"/>
              </a:solidFill>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55066888-A30C-7FED-68C2-6D747C5FBFD5}"/>
              </a:ext>
            </a:extLst>
          </p:cNvPr>
          <p:cNvSpPr txBox="1"/>
          <p:nvPr/>
        </p:nvSpPr>
        <p:spPr>
          <a:xfrm>
            <a:off x="578120" y="352134"/>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 altLang="ja-JP" sz="2800" b="1" i="0" u="none" strike="noStrike" kern="1200" cap="none" spc="0" normalizeH="0" baseline="0" noProof="0" dirty="0">
                <a:ln>
                  <a:noFill/>
                </a:ln>
                <a:solidFill>
                  <a:prstClr val="black"/>
                </a:solidFill>
                <a:effectLst/>
                <a:uLnTx/>
                <a:uFillTx/>
                <a:latin typeface="Meiryo UI" panose="020B0604030504040204" pitchFamily="34" charset="-128"/>
                <a:ea typeface="Meiryo UI" panose="020B0604030504040204" pitchFamily="34" charset="-128"/>
                <a:cs typeface="Meiryo" charset="-128"/>
              </a:rPr>
              <a:t>1) Purpose of this guide</a:t>
            </a:r>
            <a:endParaRPr kumimoji="1" lang="en-US" altLang="ja-JP" sz="2800" b="1" i="0" u="none" strike="noStrike" kern="1200" cap="none" spc="0" normalizeH="0" baseline="0" noProof="0" dirty="0">
              <a:ln>
                <a:noFill/>
              </a:ln>
              <a:solidFill>
                <a:prstClr val="black"/>
              </a:solidFill>
              <a:effectLst/>
              <a:uLnTx/>
              <a:uFillTx/>
              <a:latin typeface="Meiryo UI" panose="020B0604030504040204" pitchFamily="34" charset="-128"/>
              <a:ea typeface="Meiryo UI" panose="020B0604030504040204" pitchFamily="34" charset="-128"/>
              <a:cs typeface="Meiryo" charset="-128"/>
            </a:endParaRPr>
          </a:p>
        </p:txBody>
      </p:sp>
      <p:sp>
        <p:nvSpPr>
          <p:cNvPr id="3" name="スライド番号プレースホルダー 7">
            <a:extLst>
              <a:ext uri="{FF2B5EF4-FFF2-40B4-BE49-F238E27FC236}">
                <a16:creationId xmlns:a16="http://schemas.microsoft.com/office/drawing/2014/main" id="{40697937-B92C-2CD5-4830-349D29429862}"/>
              </a:ext>
            </a:extLst>
          </p:cNvPr>
          <p:cNvSpPr>
            <a:spLocks noGrp="1"/>
          </p:cNvSpPr>
          <p:nvPr>
            <p:ph type="sldNum" sz="quarter" idx="12"/>
          </p:nvPr>
        </p:nvSpPr>
        <p:spPr>
          <a:xfrm>
            <a:off x="11750040" y="6493510"/>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3393365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84B12-81F0-5E3C-909C-34AED72FC045}"/>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91F9949-4739-696B-A96C-69A7D8FBFBD8}"/>
              </a:ext>
            </a:extLst>
          </p:cNvPr>
          <p:cNvSpPr>
            <a:spLocks noGrp="1"/>
          </p:cNvSpPr>
          <p:nvPr>
            <p:ph type="sldNum" sz="quarter" idx="16"/>
          </p:nvPr>
        </p:nvSpPr>
        <p:spPr/>
        <p:txBody>
          <a:bodyPr/>
          <a:lstStyle/>
          <a:p>
            <a:fld id="{19CA33DB-3EF7-0D48-8164-B05E3E6F1758}" type="slidenum">
              <a:rPr kumimoji="1" lang="ja-JP" altLang="en-US" smtClean="0"/>
              <a:pPr/>
              <a:t>6</a:t>
            </a:fld>
            <a:endParaRPr kumimoji="1" lang="ja-JP" altLang="en-US"/>
          </a:p>
        </p:txBody>
      </p:sp>
      <p:sp>
        <p:nvSpPr>
          <p:cNvPr id="5" name="正方形/長方形 4">
            <a:extLst>
              <a:ext uri="{FF2B5EF4-FFF2-40B4-BE49-F238E27FC236}">
                <a16:creationId xmlns:a16="http://schemas.microsoft.com/office/drawing/2014/main" id="{F0C729C9-4D59-E618-D696-4DC15217FB6B}"/>
              </a:ext>
            </a:extLst>
          </p:cNvPr>
          <p:cNvSpPr/>
          <p:nvPr/>
        </p:nvSpPr>
        <p:spPr>
          <a:xfrm>
            <a:off x="3364992" y="2633472"/>
            <a:ext cx="5385816" cy="17373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90000" rIns="144000" bIns="90000" numCol="1" spcCol="0" rtlCol="0" fromWordArt="0" anchor="ctr" anchorCtr="0" forceAA="0" compatLnSpc="1">
            <a:prstTxWarp prst="textNoShape">
              <a:avLst/>
            </a:prstTxWarp>
            <a:noAutofit/>
          </a:bodyPr>
          <a:lstStyle/>
          <a:p>
            <a:pPr algn="ctr">
              <a:buClr>
                <a:schemeClr val="accent1"/>
              </a:buClr>
            </a:pPr>
            <a:r>
              <a:rPr kumimoji="1" lang="en" altLang="ja-JP" sz="2400" dirty="0">
                <a:solidFill>
                  <a:schemeClr val="tx1"/>
                </a:solidFill>
              </a:rPr>
              <a:t>2) Coding conventions</a:t>
            </a:r>
            <a:endParaRPr kumimoji="1" lang="ja-JP" altLang="en-US" sz="2400" dirty="0">
              <a:solidFill>
                <a:schemeClr val="tx1"/>
              </a:solidFill>
            </a:endParaRPr>
          </a:p>
        </p:txBody>
      </p:sp>
    </p:spTree>
    <p:extLst>
      <p:ext uri="{BB962C8B-B14F-4D97-AF65-F5344CB8AC3E}">
        <p14:creationId xmlns:p14="http://schemas.microsoft.com/office/powerpoint/2010/main" val="296482215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E1332-8813-8C8E-329D-804D73CA6851}"/>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9C6DE8D0-7F2C-413A-0AAE-91015F3F4C42}"/>
              </a:ext>
            </a:extLst>
          </p:cNvPr>
          <p:cNvSpPr txBox="1"/>
          <p:nvPr/>
        </p:nvSpPr>
        <p:spPr>
          <a:xfrm>
            <a:off x="553406" y="293474"/>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 altLang="ja-JP" sz="2800" b="1" dirty="0">
                <a:solidFill>
                  <a:prstClr val="black"/>
                </a:solidFill>
                <a:latin typeface="Meiryo UI" panose="020B0604030504040204" pitchFamily="34" charset="-128"/>
                <a:ea typeface="Meiryo UI" panose="020B0604030504040204" pitchFamily="34" charset="-128"/>
                <a:cs typeface="Meiryo" charset="-128"/>
              </a:rPr>
              <a:t>1. Overall Composition (1/2)</a:t>
            </a:r>
            <a:endParaRPr kumimoji="1" lang="en-US" altLang="ja-JP" sz="2800" b="1" i="0" u="none" strike="noStrike" kern="1200" cap="none" spc="0" normalizeH="0" baseline="0" noProof="0" dirty="0">
              <a:ln>
                <a:noFill/>
              </a:ln>
              <a:solidFill>
                <a:prstClr val="black"/>
              </a:solidFill>
              <a:effectLst/>
              <a:uLnTx/>
              <a:uFillTx/>
              <a:latin typeface="Meiryo UI" panose="020B0604030504040204" pitchFamily="34" charset="-128"/>
              <a:ea typeface="Meiryo UI" panose="020B0604030504040204" pitchFamily="34" charset="-128"/>
              <a:cs typeface="Meiryo" charset="-128"/>
            </a:endParaRPr>
          </a:p>
        </p:txBody>
      </p:sp>
      <p:sp>
        <p:nvSpPr>
          <p:cNvPr id="3" name="スライド番号プレースホルダー 7">
            <a:extLst>
              <a:ext uri="{FF2B5EF4-FFF2-40B4-BE49-F238E27FC236}">
                <a16:creationId xmlns:a16="http://schemas.microsoft.com/office/drawing/2014/main" id="{BBD8F50D-FD8F-BB68-A437-A48BD5806B96}"/>
              </a:ext>
            </a:extLst>
          </p:cNvPr>
          <p:cNvSpPr>
            <a:spLocks noGrp="1"/>
          </p:cNvSpPr>
          <p:nvPr>
            <p:ph type="sldNum" sz="quarter" idx="12"/>
          </p:nvPr>
        </p:nvSpPr>
        <p:spPr>
          <a:xfrm>
            <a:off x="11750040" y="6493510"/>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5" name="正方形/長方形 4">
            <a:extLst>
              <a:ext uri="{FF2B5EF4-FFF2-40B4-BE49-F238E27FC236}">
                <a16:creationId xmlns:a16="http://schemas.microsoft.com/office/drawing/2014/main" id="{00A9FF05-D566-1CC7-0095-788D31F758F8}"/>
              </a:ext>
            </a:extLst>
          </p:cNvPr>
          <p:cNvSpPr/>
          <p:nvPr/>
        </p:nvSpPr>
        <p:spPr>
          <a:xfrm>
            <a:off x="578120" y="1095546"/>
            <a:ext cx="3924436" cy="864096"/>
          </a:xfrm>
          <a:prstGeom prst="rect">
            <a:avLst/>
          </a:prstGeom>
          <a:solidFill>
            <a:srgbClr val="B3EADA"/>
          </a:solidFill>
          <a:ln>
            <a:solidFill>
              <a:srgbClr val="7F7F7F"/>
            </a:solidFill>
          </a:ln>
        </p:spPr>
        <p:style>
          <a:lnRef idx="2">
            <a:schemeClr val="accent6"/>
          </a:lnRef>
          <a:fillRef idx="1">
            <a:schemeClr val="lt1"/>
          </a:fillRef>
          <a:effectRef idx="0">
            <a:schemeClr val="accent6"/>
          </a:effectRef>
          <a:fontRef idx="minor">
            <a:schemeClr val="dk1"/>
          </a:fontRef>
        </p:style>
        <p:txBody>
          <a:bodyPr rtlCol="0" anchor="ctr"/>
          <a:lstStyle/>
          <a:p>
            <a:r>
              <a:rPr lang="en" altLang="en-US" sz="1300" b="1" u="sng" dirty="0">
                <a:solidFill>
                  <a:schemeClr val="tx1"/>
                </a:solidFill>
                <a:latin typeface="Meiryo UI" panose="020B0604030504040204" pitchFamily="50" charset="-128"/>
                <a:ea typeface="Meiryo UI" panose="020B0604030504040204" pitchFamily="50" charset="-128"/>
              </a:rPr>
              <a:t>Header</a:t>
            </a:r>
            <a:endParaRPr lang="en-US" altLang="ja-JP" sz="1300" b="1" u="sng" dirty="0">
              <a:solidFill>
                <a:schemeClr val="tx1"/>
              </a:solidFill>
              <a:latin typeface="Meiryo UI" panose="020B0604030504040204" pitchFamily="50" charset="-128"/>
              <a:ea typeface="Meiryo UI" panose="020B0604030504040204" pitchFamily="50" charset="-128"/>
            </a:endParaRPr>
          </a:p>
          <a:p>
            <a:r>
              <a:rPr kumimoji="1" lang="en" altLang="en-US" sz="1300" dirty="0">
                <a:solidFill>
                  <a:schemeClr val="tx1"/>
                </a:solidFill>
                <a:latin typeface="Meiryo UI" panose="020B0604030504040204" pitchFamily="50" charset="-128"/>
                <a:ea typeface="Meiryo UI" panose="020B0604030504040204" pitchFamily="50" charset="-128"/>
              </a:rPr>
              <a:t>Class names/class names/process outlines/arguments/return values are modified to match the class.</a:t>
            </a:r>
            <a:endParaRPr kumimoji="1" lang="ja-JP" altLang="en-US" sz="1300" dirty="0">
              <a:solidFill>
                <a:schemeClr val="tx1"/>
              </a:solidFill>
              <a:latin typeface="Meiryo UI" panose="020B0604030504040204" pitchFamily="50" charset="-128"/>
              <a:ea typeface="Meiryo UI" panose="020B0604030504040204" pitchFamily="50" charset="-128"/>
            </a:endParaRPr>
          </a:p>
        </p:txBody>
      </p:sp>
      <p:cxnSp>
        <p:nvCxnSpPr>
          <p:cNvPr id="6" name="直線コネクタ 5">
            <a:extLst>
              <a:ext uri="{FF2B5EF4-FFF2-40B4-BE49-F238E27FC236}">
                <a16:creationId xmlns:a16="http://schemas.microsoft.com/office/drawing/2014/main" id="{78076754-8B5A-EF8A-199F-83ED165DBA0E}"/>
              </a:ext>
            </a:extLst>
          </p:cNvPr>
          <p:cNvCxnSpPr>
            <a:cxnSpLocks/>
            <a:endCxn id="5" idx="3"/>
          </p:cNvCxnSpPr>
          <p:nvPr/>
        </p:nvCxnSpPr>
        <p:spPr>
          <a:xfrm flipH="1">
            <a:off x="4502556" y="1095546"/>
            <a:ext cx="703289" cy="432048"/>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正方形/長方形 6">
            <a:extLst>
              <a:ext uri="{FF2B5EF4-FFF2-40B4-BE49-F238E27FC236}">
                <a16:creationId xmlns:a16="http://schemas.microsoft.com/office/drawing/2014/main" id="{0CA7C7D8-5AA1-E067-09C6-C098DAF568D6}"/>
              </a:ext>
            </a:extLst>
          </p:cNvPr>
          <p:cNvSpPr/>
          <p:nvPr/>
        </p:nvSpPr>
        <p:spPr>
          <a:xfrm>
            <a:off x="578120" y="2203334"/>
            <a:ext cx="3924436" cy="864096"/>
          </a:xfrm>
          <a:prstGeom prst="rect">
            <a:avLst/>
          </a:prstGeom>
          <a:solidFill>
            <a:srgbClr val="B3EADA"/>
          </a:solidFill>
          <a:ln>
            <a:solidFill>
              <a:srgbClr val="7F7F7F"/>
            </a:solidFill>
          </a:ln>
        </p:spPr>
        <p:style>
          <a:lnRef idx="2">
            <a:schemeClr val="accent6"/>
          </a:lnRef>
          <a:fillRef idx="1">
            <a:schemeClr val="lt1"/>
          </a:fillRef>
          <a:effectRef idx="0">
            <a:schemeClr val="accent6"/>
          </a:effectRef>
          <a:fontRef idx="minor">
            <a:schemeClr val="dk1"/>
          </a:fontRef>
        </p:style>
        <p:txBody>
          <a:bodyPr rtlCol="0" anchor="ctr"/>
          <a:lstStyle/>
          <a:p>
            <a:r>
              <a:rPr lang="en" altLang="en-US" sz="1300" b="1" u="sng" dirty="0">
                <a:solidFill>
                  <a:schemeClr val="tx1"/>
                </a:solidFill>
                <a:latin typeface="Meiryo UI" panose="020B0604030504040204" pitchFamily="50" charset="-128"/>
                <a:ea typeface="Meiryo UI" panose="020B0604030504040204" pitchFamily="50" charset="-128"/>
              </a:rPr>
              <a:t>Preparation</a:t>
            </a:r>
          </a:p>
          <a:p>
            <a:r>
              <a:rPr lang="en" altLang="en-US" sz="1300" dirty="0">
                <a:solidFill>
                  <a:schemeClr val="tx1"/>
                </a:solidFill>
                <a:latin typeface="Meiryo UI" panose="020B0604030504040204" pitchFamily="50" charset="-128"/>
                <a:ea typeface="Meiryo UI" panose="020B0604030504040204" pitchFamily="50" charset="-128"/>
              </a:rPr>
              <a:t>Import the libraries you need, etc.</a:t>
            </a:r>
            <a:endParaRPr kumimoji="1" lang="ja-JP" altLang="en-US" sz="1300" dirty="0">
              <a:solidFill>
                <a:schemeClr val="tx1"/>
              </a:solidFill>
              <a:latin typeface="Meiryo UI" panose="020B0604030504040204" pitchFamily="50" charset="-128"/>
              <a:ea typeface="Meiryo UI" panose="020B0604030504040204" pitchFamily="50" charset="-128"/>
            </a:endParaRPr>
          </a:p>
        </p:txBody>
      </p:sp>
      <p:cxnSp>
        <p:nvCxnSpPr>
          <p:cNvPr id="8" name="直線コネクタ 7">
            <a:extLst>
              <a:ext uri="{FF2B5EF4-FFF2-40B4-BE49-F238E27FC236}">
                <a16:creationId xmlns:a16="http://schemas.microsoft.com/office/drawing/2014/main" id="{C3AF77F0-FFCD-AE59-D075-7979E0C76A52}"/>
              </a:ext>
            </a:extLst>
          </p:cNvPr>
          <p:cNvCxnSpPr>
            <a:cxnSpLocks/>
            <a:endCxn id="7" idx="3"/>
          </p:cNvCxnSpPr>
          <p:nvPr/>
        </p:nvCxnSpPr>
        <p:spPr>
          <a:xfrm flipH="1">
            <a:off x="4502556" y="1839191"/>
            <a:ext cx="703289" cy="796191"/>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32095857-78C9-F098-0111-C32F3BF1AEA5}"/>
              </a:ext>
            </a:extLst>
          </p:cNvPr>
          <p:cNvSpPr/>
          <p:nvPr/>
        </p:nvSpPr>
        <p:spPr>
          <a:xfrm>
            <a:off x="578120" y="3253970"/>
            <a:ext cx="3924436" cy="864096"/>
          </a:xfrm>
          <a:prstGeom prst="rect">
            <a:avLst/>
          </a:prstGeom>
          <a:solidFill>
            <a:srgbClr val="B3EADA"/>
          </a:solidFill>
          <a:ln>
            <a:solidFill>
              <a:srgbClr val="7F7F7F"/>
            </a:solidFill>
          </a:ln>
        </p:spPr>
        <p:style>
          <a:lnRef idx="2">
            <a:schemeClr val="accent6"/>
          </a:lnRef>
          <a:fillRef idx="1">
            <a:schemeClr val="lt1"/>
          </a:fillRef>
          <a:effectRef idx="0">
            <a:schemeClr val="accent6"/>
          </a:effectRef>
          <a:fontRef idx="minor">
            <a:schemeClr val="dk1"/>
          </a:fontRef>
        </p:style>
        <p:txBody>
          <a:bodyPr rtlCol="0" anchor="ctr"/>
          <a:lstStyle/>
          <a:p>
            <a:r>
              <a:rPr lang="en" altLang="en-US" sz="1300" b="1" u="sng" dirty="0">
                <a:solidFill>
                  <a:schemeClr val="tx1"/>
                </a:solidFill>
                <a:latin typeface="Meiryo UI" panose="020B0604030504040204" pitchFamily="50" charset="-128"/>
                <a:ea typeface="Meiryo UI" panose="020B0604030504040204" pitchFamily="50" charset="-128"/>
              </a:rPr>
              <a:t>Main Function Definition</a:t>
            </a:r>
            <a:endParaRPr lang="en-US" altLang="ja-JP" sz="1300" dirty="0">
              <a:solidFill>
                <a:schemeClr val="tx1"/>
              </a:solidFill>
              <a:latin typeface="Meiryo UI" panose="020B0604030504040204" pitchFamily="50" charset="-128"/>
              <a:ea typeface="Meiryo UI" panose="020B0604030504040204" pitchFamily="50" charset="-128"/>
            </a:endParaRPr>
          </a:p>
          <a:p>
            <a:r>
              <a:rPr lang="en" altLang="en-US" sz="1300">
                <a:solidFill>
                  <a:schemeClr val="tx1"/>
                </a:solidFill>
                <a:latin typeface="Meiryo UI" panose="020B0604030504040204" pitchFamily="50" charset="-128"/>
                <a:ea typeface="Meiryo UI" panose="020B0604030504040204" pitchFamily="50" charset="-128"/>
              </a:rPr>
              <a:t>Describe the definition of the main function at the beginning of the class.</a:t>
            </a:r>
            <a:endParaRPr lang="en-US" altLang="ja-JP" sz="1300" dirty="0">
              <a:solidFill>
                <a:schemeClr val="tx1"/>
              </a:solidFill>
              <a:latin typeface="Meiryo UI" panose="020B0604030504040204" pitchFamily="50" charset="-128"/>
              <a:ea typeface="Meiryo UI" panose="020B0604030504040204" pitchFamily="50" charset="-128"/>
            </a:endParaRPr>
          </a:p>
          <a:p>
            <a:r>
              <a:rPr lang="en" altLang="ja-JP" sz="1300" dirty="0">
                <a:solidFill>
                  <a:schemeClr val="tx1"/>
                </a:solidFill>
                <a:latin typeface="Meiryo UI" panose="020B0604030504040204" pitchFamily="50" charset="-128"/>
                <a:ea typeface="Meiryo UI" panose="020B0604030504040204" pitchFamily="50" charset="-128"/>
              </a:rPr>
              <a:t>def main()</a:t>
            </a:r>
          </a:p>
        </p:txBody>
      </p:sp>
      <p:cxnSp>
        <p:nvCxnSpPr>
          <p:cNvPr id="11" name="直線コネクタ 10">
            <a:extLst>
              <a:ext uri="{FF2B5EF4-FFF2-40B4-BE49-F238E27FC236}">
                <a16:creationId xmlns:a16="http://schemas.microsoft.com/office/drawing/2014/main" id="{88B5FF79-09AF-B5DA-A5C3-72C5D64D2D84}"/>
              </a:ext>
            </a:extLst>
          </p:cNvPr>
          <p:cNvCxnSpPr>
            <a:cxnSpLocks/>
            <a:endCxn id="10" idx="3"/>
          </p:cNvCxnSpPr>
          <p:nvPr/>
        </p:nvCxnSpPr>
        <p:spPr>
          <a:xfrm flipH="1">
            <a:off x="4502556" y="2784764"/>
            <a:ext cx="703289" cy="901254"/>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C6222665-B8A3-9B17-540C-4688919CC87C}"/>
              </a:ext>
            </a:extLst>
          </p:cNvPr>
          <p:cNvSpPr/>
          <p:nvPr/>
        </p:nvSpPr>
        <p:spPr>
          <a:xfrm>
            <a:off x="578120" y="4364855"/>
            <a:ext cx="3924436" cy="864096"/>
          </a:xfrm>
          <a:prstGeom prst="rect">
            <a:avLst/>
          </a:prstGeom>
          <a:solidFill>
            <a:srgbClr val="B3EADA"/>
          </a:solidFill>
          <a:ln>
            <a:solidFill>
              <a:srgbClr val="7F7F7F"/>
            </a:solidFill>
          </a:ln>
        </p:spPr>
        <p:style>
          <a:lnRef idx="2">
            <a:schemeClr val="accent6"/>
          </a:lnRef>
          <a:fillRef idx="1">
            <a:schemeClr val="lt1"/>
          </a:fillRef>
          <a:effectRef idx="0">
            <a:schemeClr val="accent6"/>
          </a:effectRef>
          <a:fontRef idx="minor">
            <a:schemeClr val="dk1"/>
          </a:fontRef>
        </p:style>
        <p:txBody>
          <a:bodyPr rtlCol="0" anchor="ctr"/>
          <a:lstStyle/>
          <a:p>
            <a:r>
              <a:rPr lang="en" altLang="en-US" sz="1300" b="1" u="sng" dirty="0">
                <a:solidFill>
                  <a:schemeClr val="tx1"/>
                </a:solidFill>
                <a:latin typeface="Meiryo UI" panose="020B0604030504040204" pitchFamily="50" charset="-128"/>
                <a:ea typeface="Meiryo UI" panose="020B0604030504040204" pitchFamily="50" charset="-128"/>
              </a:rPr>
              <a:t>Subfunction Preparation</a:t>
            </a:r>
            <a:endParaRPr lang="en-US" altLang="ja-JP" sz="1300" dirty="0">
              <a:solidFill>
                <a:schemeClr val="tx1"/>
              </a:solidFill>
              <a:latin typeface="Meiryo UI" panose="020B0604030504040204" pitchFamily="50" charset="-128"/>
              <a:ea typeface="Meiryo UI" panose="020B0604030504040204" pitchFamily="50" charset="-128"/>
            </a:endParaRPr>
          </a:p>
          <a:p>
            <a:r>
              <a:rPr lang="en" altLang="en-US" sz="1300" dirty="0">
                <a:solidFill>
                  <a:schemeClr val="tx1"/>
                </a:solidFill>
                <a:latin typeface="Meiryo UI" panose="020B0604030504040204" pitchFamily="50" charset="-128"/>
                <a:ea typeface="Meiryo UI" panose="020B0604030504040204" pitchFamily="50" charset="-128"/>
              </a:rPr>
              <a:t>Define a subfunction (a function to use within the main function).</a:t>
            </a:r>
            <a:endParaRPr lang="en-US" altLang="ja-JP" sz="1300" dirty="0">
              <a:solidFill>
                <a:schemeClr val="tx1"/>
              </a:solidFill>
              <a:latin typeface="Meiryo UI" panose="020B0604030504040204" pitchFamily="50" charset="-128"/>
              <a:ea typeface="Meiryo UI" panose="020B0604030504040204" pitchFamily="50" charset="-128"/>
            </a:endParaRPr>
          </a:p>
          <a:p>
            <a:r>
              <a:rPr lang="en" altLang="ja-JP" sz="1300" dirty="0">
                <a:solidFill>
                  <a:schemeClr val="tx1"/>
                </a:solidFill>
                <a:latin typeface="Meiryo UI" panose="020B0604030504040204" pitchFamily="50" charset="-128"/>
                <a:ea typeface="Meiryo UI" panose="020B0604030504040204" pitchFamily="50" charset="-128"/>
              </a:rPr>
              <a:t>def XXX()</a:t>
            </a:r>
          </a:p>
        </p:txBody>
      </p:sp>
      <p:cxnSp>
        <p:nvCxnSpPr>
          <p:cNvPr id="13" name="直線コネクタ 12">
            <a:extLst>
              <a:ext uri="{FF2B5EF4-FFF2-40B4-BE49-F238E27FC236}">
                <a16:creationId xmlns:a16="http://schemas.microsoft.com/office/drawing/2014/main" id="{641A3797-0E7D-707D-3311-0DADFEDE6D00}"/>
              </a:ext>
            </a:extLst>
          </p:cNvPr>
          <p:cNvCxnSpPr>
            <a:cxnSpLocks/>
            <a:endCxn id="12" idx="3"/>
          </p:cNvCxnSpPr>
          <p:nvPr/>
        </p:nvCxnSpPr>
        <p:spPr>
          <a:xfrm flipH="1">
            <a:off x="4502556" y="4468091"/>
            <a:ext cx="703289" cy="328812"/>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CF0F45F5-FA12-A4DD-299D-0217C98C1800}"/>
              </a:ext>
            </a:extLst>
          </p:cNvPr>
          <p:cNvSpPr/>
          <p:nvPr/>
        </p:nvSpPr>
        <p:spPr>
          <a:xfrm>
            <a:off x="578120" y="5412586"/>
            <a:ext cx="3924436" cy="1080924"/>
          </a:xfrm>
          <a:prstGeom prst="rect">
            <a:avLst/>
          </a:prstGeom>
          <a:solidFill>
            <a:srgbClr val="B3EADA"/>
          </a:solidFill>
          <a:ln>
            <a:solidFill>
              <a:srgbClr val="7F7F7F"/>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en" altLang="en-US" sz="1300" b="1" u="sng" dirty="0">
                <a:solidFill>
                  <a:schemeClr val="tx1"/>
                </a:solidFill>
                <a:latin typeface="Meiryo UI" panose="020B0604030504040204" pitchFamily="50" charset="-128"/>
                <a:ea typeface="Meiryo UI" panose="020B0604030504040204" pitchFamily="50" charset="-128"/>
              </a:rPr>
              <a:t>Main Function Execution</a:t>
            </a:r>
            <a:r>
              <a:rPr kumimoji="1" lang="en" altLang="en-US" sz="1300" dirty="0">
                <a:solidFill>
                  <a:schemeClr val="tx1"/>
                </a:solidFill>
                <a:latin typeface="Meiryo UI" panose="020B0604030504040204" pitchFamily="50" charset="-128"/>
                <a:ea typeface="Meiryo UI" panose="020B0604030504040204" pitchFamily="50" charset="-128"/>
              </a:rPr>
              <a:t>　</a:t>
            </a:r>
            <a:r>
              <a:rPr kumimoji="1" lang="en" altLang="ja-JP" sz="1300" dirty="0">
                <a:solidFill>
                  <a:schemeClr val="tx1"/>
                </a:solidFill>
                <a:latin typeface="Meiryo UI" panose="020B0604030504040204" pitchFamily="50" charset="-128"/>
                <a:ea typeface="Meiryo UI" panose="020B0604030504040204" pitchFamily="50" charset="-128"/>
              </a:rPr>
              <a:t>*See next page</a:t>
            </a:r>
            <a:endParaRPr kumimoji="1" lang="en-US" altLang="ja-JP" sz="1300" dirty="0">
              <a:solidFill>
                <a:schemeClr val="tx1"/>
              </a:solidFill>
              <a:latin typeface="Meiryo UI" panose="020B0604030504040204" pitchFamily="50" charset="-128"/>
              <a:ea typeface="Meiryo UI" panose="020B0604030504040204" pitchFamily="50" charset="-128"/>
            </a:endParaRPr>
          </a:p>
          <a:p>
            <a:r>
              <a:rPr lang="en" altLang="ja-JP" sz="1300" dirty="0">
                <a:solidFill>
                  <a:schemeClr val="tx1"/>
                </a:solidFill>
                <a:latin typeface="Meiryo UI" panose="020B0604030504040204" pitchFamily="50" charset="-128"/>
                <a:ea typeface="Meiryo UI" panose="020B0604030504040204" pitchFamily="50" charset="-128"/>
              </a:rPr>
              <a:t>if __name__ == ‘__main__’:</a:t>
            </a:r>
          </a:p>
          <a:p>
            <a:r>
              <a:rPr kumimoji="1" lang="en" altLang="en-US" sz="1300" dirty="0">
                <a:solidFill>
                  <a:schemeClr val="tx1"/>
                </a:solidFill>
                <a:latin typeface="Meiryo UI" panose="020B0604030504040204" pitchFamily="50" charset="-128"/>
                <a:ea typeface="Meiryo UI" panose="020B0604030504040204" pitchFamily="50" charset="-128"/>
              </a:rPr>
              <a:t>・Various pre-settings</a:t>
            </a:r>
            <a:endParaRPr kumimoji="1" lang="en-US" altLang="ja-JP" sz="1300" dirty="0">
              <a:solidFill>
                <a:schemeClr val="tx1"/>
              </a:solidFill>
              <a:latin typeface="Meiryo UI" panose="020B0604030504040204" pitchFamily="50" charset="-128"/>
              <a:ea typeface="Meiryo UI" panose="020B0604030504040204" pitchFamily="50" charset="-128"/>
            </a:endParaRPr>
          </a:p>
          <a:p>
            <a:r>
              <a:rPr lang="en" altLang="en-US" sz="1300" dirty="0">
                <a:solidFill>
                  <a:schemeClr val="tx1"/>
                </a:solidFill>
                <a:latin typeface="Meiryo UI" panose="020B0604030504040204" pitchFamily="50" charset="-128"/>
                <a:ea typeface="Meiryo UI" panose="020B0604030504040204" pitchFamily="50" charset="-128"/>
              </a:rPr>
              <a:t>・main()</a:t>
            </a:r>
            <a:endParaRPr kumimoji="1" lang="en-US" altLang="ja-JP" sz="1300" dirty="0">
              <a:solidFill>
                <a:schemeClr val="tx1"/>
              </a:solidFill>
              <a:latin typeface="Meiryo UI" panose="020B0604030504040204" pitchFamily="50" charset="-128"/>
              <a:ea typeface="Meiryo UI" panose="020B0604030504040204" pitchFamily="50" charset="-128"/>
            </a:endParaRPr>
          </a:p>
        </p:txBody>
      </p:sp>
      <p:cxnSp>
        <p:nvCxnSpPr>
          <p:cNvPr id="15" name="直線コネクタ 14">
            <a:extLst>
              <a:ext uri="{FF2B5EF4-FFF2-40B4-BE49-F238E27FC236}">
                <a16:creationId xmlns:a16="http://schemas.microsoft.com/office/drawing/2014/main" id="{D8F9D57E-B67D-944E-E591-22E162E8EF63}"/>
              </a:ext>
            </a:extLst>
          </p:cNvPr>
          <p:cNvCxnSpPr>
            <a:cxnSpLocks/>
            <a:endCxn id="14" idx="3"/>
          </p:cNvCxnSpPr>
          <p:nvPr/>
        </p:nvCxnSpPr>
        <p:spPr>
          <a:xfrm flipH="1">
            <a:off x="4502556" y="5663045"/>
            <a:ext cx="703289" cy="29000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BD8B8FDE-22D6-BA5E-D972-912FDAB0F4B8}"/>
              </a:ext>
            </a:extLst>
          </p:cNvPr>
          <p:cNvSpPr txBox="1"/>
          <p:nvPr/>
        </p:nvSpPr>
        <p:spPr>
          <a:xfrm>
            <a:off x="5098166" y="777529"/>
            <a:ext cx="5569153" cy="5816977"/>
          </a:xfrm>
          <a:prstGeom prst="rect">
            <a:avLst/>
          </a:prstGeom>
          <a:noFill/>
          <a:ln>
            <a:solidFill>
              <a:schemeClr val="tx1"/>
            </a:solidFill>
          </a:ln>
        </p:spPr>
        <p:txBody>
          <a:bodyPr wrap="none" rtlCol="0">
            <a:spAutoFit/>
          </a:bodyPr>
          <a:lstStyle/>
          <a:p>
            <a:r>
              <a:rPr lang="en" altLang="ja-JP" sz="1200" dirty="0">
                <a:latin typeface="Meiryo UI" panose="020B0604030504040204" pitchFamily="50" charset="-128"/>
                <a:ea typeface="Meiryo UI" panose="020B0604030504040204" pitchFamily="50" charset="-128"/>
              </a:rPr>
              <a:t>#------------------------------------------------------------------------------</a:t>
            </a:r>
            <a:endParaRPr kumimoji="1" lang="en-US" altLang="ja-JP" sz="1200" dirty="0">
              <a:latin typeface="Meiryo UI" panose="020B0604030504040204" pitchFamily="50" charset="-128"/>
              <a:ea typeface="Meiryo UI" panose="020B0604030504040204" pitchFamily="50" charset="-128"/>
            </a:endParaRPr>
          </a:p>
          <a:p>
            <a:r>
              <a:rPr lang="en" altLang="ja-JP" sz="1200" dirty="0">
                <a:latin typeface="Meiryo UI" panose="020B0604030504040204" pitchFamily="50" charset="-128"/>
                <a:ea typeface="Meiryo UI" panose="020B0604030504040204" pitchFamily="50" charset="-128"/>
              </a:rPr>
              <a:t># Header</a:t>
            </a:r>
            <a:endParaRPr lang="en-US" altLang="ja-JP" sz="1200" dirty="0">
              <a:latin typeface="Meiryo UI" panose="020B0604030504040204" pitchFamily="50" charset="-128"/>
              <a:ea typeface="Meiryo UI" panose="020B0604030504040204" pitchFamily="50" charset="-128"/>
            </a:endParaRPr>
          </a:p>
          <a:p>
            <a:r>
              <a:rPr lang="en" altLang="ja-JP" sz="1200" dirty="0">
                <a:latin typeface="Meiryo UI" panose="020B0604030504040204" pitchFamily="50" charset="-128"/>
                <a:ea typeface="Meiryo UI" panose="020B0604030504040204" pitchFamily="50" charset="-128"/>
              </a:rPr>
              <a:t>#------------------------------------------------------------------------------</a:t>
            </a:r>
          </a:p>
          <a:p>
            <a:endParaRPr kumimoji="1" lang="en-US" altLang="ja-JP" sz="1200" dirty="0">
              <a:latin typeface="Meiryo UI" panose="020B0604030504040204" pitchFamily="50" charset="-128"/>
              <a:ea typeface="Meiryo UI" panose="020B0604030504040204" pitchFamily="50" charset="-128"/>
            </a:endParaRPr>
          </a:p>
          <a:p>
            <a:r>
              <a:rPr lang="en" altLang="ja-JP" sz="1200" dirty="0">
                <a:latin typeface="Meiryo UI" panose="020B0604030504040204" pitchFamily="50" charset="-128"/>
                <a:ea typeface="Meiryo UI" panose="020B0604030504040204" pitchFamily="50" charset="-128"/>
              </a:rPr>
              <a:t>#------------------------------------------------------------------------------</a:t>
            </a:r>
          </a:p>
          <a:p>
            <a:r>
              <a:rPr kumimoji="1" lang="en" altLang="ja-JP" sz="1200" dirty="0">
                <a:latin typeface="Meiryo UI" panose="020B0604030504040204" pitchFamily="50" charset="-128"/>
                <a:ea typeface="Meiryo UI" panose="020B0604030504040204" pitchFamily="50" charset="-128"/>
              </a:rPr>
              <a:t># Preparation</a:t>
            </a:r>
            <a:endParaRPr kumimoji="1" lang="en-US" altLang="ja-JP" sz="1200" dirty="0">
              <a:latin typeface="Meiryo UI" panose="020B0604030504040204" pitchFamily="50" charset="-128"/>
              <a:ea typeface="Meiryo UI" panose="020B0604030504040204" pitchFamily="50" charset="-128"/>
            </a:endParaRPr>
          </a:p>
          <a:p>
            <a:r>
              <a:rPr lang="en" altLang="ja-JP" sz="1200" dirty="0">
                <a:latin typeface="Meiryo UI" panose="020B0604030504040204" pitchFamily="50" charset="-128"/>
                <a:ea typeface="Meiryo UI" panose="020B0604030504040204" pitchFamily="50" charset="-128"/>
              </a:rPr>
              <a:t>#------------------------------------------------------------------------------</a:t>
            </a:r>
          </a:p>
          <a:p>
            <a:r>
              <a:rPr kumimoji="1" lang="en" altLang="ja-JP" sz="1200" dirty="0">
                <a:latin typeface="Meiryo UI" panose="020B0604030504040204" pitchFamily="50" charset="-128"/>
                <a:ea typeface="Meiryo UI" panose="020B0604030504040204" pitchFamily="50" charset="-128"/>
              </a:rPr>
              <a:t>import XXX</a:t>
            </a:r>
          </a:p>
          <a:p>
            <a:endParaRPr lang="en-US" altLang="ja-JP" sz="1200" dirty="0">
              <a:latin typeface="Meiryo UI" panose="020B0604030504040204" pitchFamily="50" charset="-128"/>
              <a:ea typeface="Meiryo UI" panose="020B0604030504040204" pitchFamily="50" charset="-128"/>
            </a:endParaRPr>
          </a:p>
          <a:p>
            <a:r>
              <a:rPr lang="en" altLang="ja-JP" sz="1200" dirty="0">
                <a:latin typeface="Meiryo UI" panose="020B0604030504040204" pitchFamily="50" charset="-128"/>
                <a:ea typeface="Meiryo UI" panose="020B0604030504040204" pitchFamily="50" charset="-128"/>
              </a:rPr>
              <a:t>#------------------------------------------------------------------------------</a:t>
            </a:r>
          </a:p>
          <a:p>
            <a:r>
              <a:rPr kumimoji="1" lang="en" altLang="ja-JP" sz="1200" dirty="0">
                <a:latin typeface="Meiryo UI" panose="020B0604030504040204" pitchFamily="50" charset="-128"/>
                <a:ea typeface="Meiryo UI" panose="020B0604030504040204" pitchFamily="50" charset="-128"/>
              </a:rPr>
              <a:t># Main Function Definition</a:t>
            </a:r>
            <a:endParaRPr kumimoji="1" lang="en-US" altLang="ja-JP" sz="1200" dirty="0">
              <a:latin typeface="Meiryo UI" panose="020B0604030504040204" pitchFamily="50" charset="-128"/>
              <a:ea typeface="Meiryo UI" panose="020B0604030504040204" pitchFamily="50" charset="-128"/>
            </a:endParaRPr>
          </a:p>
          <a:p>
            <a:r>
              <a:rPr lang="en" altLang="ja-JP" sz="1200" dirty="0">
                <a:latin typeface="Meiryo UI" panose="020B0604030504040204" pitchFamily="50" charset="-128"/>
                <a:ea typeface="Meiryo UI" panose="020B0604030504040204" pitchFamily="50" charset="-128"/>
              </a:rPr>
              <a:t>#------------------------------------------------------------------------------</a:t>
            </a:r>
          </a:p>
          <a:p>
            <a:r>
              <a:rPr lang="en" altLang="ja-JP" sz="1200" dirty="0">
                <a:latin typeface="Meiryo UI" panose="020B0604030504040204" pitchFamily="50" charset="-128"/>
                <a:ea typeface="Meiryo UI" panose="020B0604030504040204" pitchFamily="50" charset="-128"/>
              </a:rPr>
              <a:t>def main()</a:t>
            </a:r>
          </a:p>
          <a:p>
            <a:r>
              <a:rPr lang="en" altLang="en-US" sz="1200" dirty="0">
                <a:latin typeface="Meiryo UI" panose="020B0604030504040204" pitchFamily="50" charset="-128"/>
                <a:ea typeface="Meiryo UI" panose="020B0604030504040204" pitchFamily="50" charset="-128"/>
              </a:rPr>
              <a:t>    ・ ・ ・</a:t>
            </a:r>
            <a:endParaRPr kumimoji="1" lang="en-US" altLang="ja-JP" sz="1200" dirty="0">
              <a:latin typeface="Meiryo UI" panose="020B0604030504040204" pitchFamily="50" charset="-128"/>
              <a:ea typeface="Meiryo UI" panose="020B0604030504040204" pitchFamily="50" charset="-128"/>
            </a:endParaRPr>
          </a:p>
          <a:p>
            <a:r>
              <a:rPr lang="en" altLang="ja-JP" sz="1200" dirty="0">
                <a:latin typeface="Meiryo UI" panose="020B0604030504040204" pitchFamily="50" charset="-128"/>
                <a:ea typeface="Meiryo UI" panose="020B0604030504040204" pitchFamily="50" charset="-128"/>
              </a:rPr>
              <a:t>    #---------------------------------------------------------------------------</a:t>
            </a:r>
          </a:p>
          <a:p>
            <a:r>
              <a:rPr kumimoji="1" lang="en" altLang="ja-JP" sz="1200" dirty="0">
                <a:latin typeface="Meiryo UI" panose="020B0604030504040204" pitchFamily="50" charset="-128"/>
                <a:ea typeface="Meiryo UI" panose="020B0604030504040204" pitchFamily="50" charset="-128"/>
              </a:rPr>
              <a:t>    # 000 Start Processing</a:t>
            </a:r>
            <a:endParaRPr kumimoji="1" lang="en-US" altLang="ja-JP" sz="1200" dirty="0">
              <a:latin typeface="Meiryo UI" panose="020B0604030504040204" pitchFamily="50" charset="-128"/>
              <a:ea typeface="Meiryo UI" panose="020B0604030504040204" pitchFamily="50" charset="-128"/>
            </a:endParaRPr>
          </a:p>
          <a:p>
            <a:r>
              <a:rPr lang="en" altLang="ja-JP" sz="1200" dirty="0">
                <a:latin typeface="Meiryo UI" panose="020B0604030504040204" pitchFamily="50" charset="-128"/>
                <a:ea typeface="Meiryo UI" panose="020B0604030504040204" pitchFamily="50" charset="-128"/>
              </a:rPr>
              <a:t>    #---------------------------------------------------------------------------</a:t>
            </a:r>
          </a:p>
          <a:p>
            <a:r>
              <a:rPr kumimoji="1" lang="en" altLang="ja-JP" sz="1200" dirty="0">
                <a:latin typeface="Meiryo UI" panose="020B0604030504040204" pitchFamily="50" charset="-128"/>
                <a:ea typeface="Meiryo UI" panose="020B0604030504040204" pitchFamily="50" charset="-128"/>
              </a:rPr>
              <a:t>    ・ ・ ・</a:t>
            </a:r>
            <a:endParaRPr kumimoji="1" lang="en-US" altLang="ja-JP" sz="1200" dirty="0">
              <a:latin typeface="Meiryo UI" panose="020B0604030504040204" pitchFamily="50" charset="-128"/>
              <a:ea typeface="Meiryo UI" panose="020B0604030504040204" pitchFamily="50" charset="-128"/>
            </a:endParaRPr>
          </a:p>
          <a:p>
            <a:r>
              <a:rPr lang="en" altLang="ja-JP" sz="1200" dirty="0">
                <a:latin typeface="Meiryo UI" panose="020B0604030504040204" pitchFamily="50" charset="-128"/>
                <a:ea typeface="Meiryo UI" panose="020B0604030504040204" pitchFamily="50" charset="-128"/>
              </a:rPr>
              <a:t>#------------------------------------------------------------------------------</a:t>
            </a:r>
          </a:p>
          <a:p>
            <a:r>
              <a:rPr kumimoji="1" lang="en" altLang="ja-JP" sz="1200" dirty="0">
                <a:latin typeface="Meiryo UI" panose="020B0604030504040204" pitchFamily="50" charset="-128"/>
                <a:ea typeface="Meiryo UI" panose="020B0604030504040204" pitchFamily="50" charset="-128"/>
              </a:rPr>
              <a:t># Subfunction Definition</a:t>
            </a:r>
            <a:endParaRPr kumimoji="1" lang="en-US" altLang="ja-JP" sz="1200" dirty="0">
              <a:latin typeface="Meiryo UI" panose="020B0604030504040204" pitchFamily="50" charset="-128"/>
              <a:ea typeface="Meiryo UI" panose="020B0604030504040204" pitchFamily="50" charset="-128"/>
            </a:endParaRPr>
          </a:p>
          <a:p>
            <a:r>
              <a:rPr lang="en" altLang="ja-JP" sz="1200" dirty="0">
                <a:latin typeface="Meiryo UI" panose="020B0604030504040204" pitchFamily="50" charset="-128"/>
                <a:ea typeface="Meiryo UI" panose="020B0604030504040204" pitchFamily="50" charset="-128"/>
              </a:rPr>
              <a:t>#------------------------------------------------------------------------------</a:t>
            </a:r>
          </a:p>
          <a:p>
            <a:r>
              <a:rPr kumimoji="1" lang="en" altLang="ja-JP" sz="1200" dirty="0">
                <a:latin typeface="Meiryo UI" panose="020B0604030504040204" pitchFamily="50" charset="-128"/>
                <a:ea typeface="Meiryo UI" panose="020B0604030504040204" pitchFamily="50" charset="-128"/>
              </a:rPr>
              <a:t>## Define a function to XXX</a:t>
            </a:r>
            <a:endParaRPr kumimoji="1" lang="en-US" altLang="ja-JP" sz="1200" dirty="0">
              <a:latin typeface="Meiryo UI" panose="020B0604030504040204" pitchFamily="50" charset="-128"/>
              <a:ea typeface="Meiryo UI" panose="020B0604030504040204" pitchFamily="50" charset="-128"/>
            </a:endParaRPr>
          </a:p>
          <a:p>
            <a:r>
              <a:rPr lang="en" altLang="ja-JP" sz="1200" dirty="0">
                <a:latin typeface="Meiryo UI" panose="020B0604030504040204" pitchFamily="50" charset="-128"/>
                <a:ea typeface="Meiryo UI" panose="020B0604030504040204" pitchFamily="50" charset="-128"/>
              </a:rPr>
              <a:t>def XXX()</a:t>
            </a:r>
          </a:p>
          <a:p>
            <a:r>
              <a:rPr lang="en" altLang="en-US" sz="1200" dirty="0">
                <a:latin typeface="Meiryo UI" panose="020B0604030504040204" pitchFamily="50" charset="-128"/>
                <a:ea typeface="Meiryo UI" panose="020B0604030504040204" pitchFamily="50" charset="-128"/>
              </a:rPr>
              <a:t>    ・ ・ ・</a:t>
            </a:r>
            <a:endParaRPr lang="en-US" altLang="ja-JP" sz="1200" dirty="0">
              <a:latin typeface="Meiryo UI" panose="020B0604030504040204" pitchFamily="50" charset="-128"/>
              <a:ea typeface="Meiryo UI" panose="020B0604030504040204" pitchFamily="50" charset="-128"/>
            </a:endParaRPr>
          </a:p>
          <a:p>
            <a:endParaRPr kumimoji="1" lang="en-US" altLang="ja-JP" sz="1200" dirty="0">
              <a:latin typeface="Meiryo UI" panose="020B0604030504040204" pitchFamily="50" charset="-128"/>
              <a:ea typeface="Meiryo UI" panose="020B0604030504040204" pitchFamily="50" charset="-128"/>
            </a:endParaRPr>
          </a:p>
          <a:p>
            <a:r>
              <a:rPr lang="en" altLang="ja-JP" sz="1200" dirty="0">
                <a:latin typeface="Meiryo UI" panose="020B0604030504040204" pitchFamily="50" charset="-128"/>
                <a:ea typeface="Meiryo UI" panose="020B0604030504040204" pitchFamily="50" charset="-128"/>
              </a:rPr>
              <a:t>#------------------------------------------------------------------------------</a:t>
            </a:r>
          </a:p>
          <a:p>
            <a:r>
              <a:rPr kumimoji="1" lang="en" altLang="ja-JP" sz="1200" dirty="0">
                <a:latin typeface="Meiryo UI" panose="020B0604030504040204" pitchFamily="50" charset="-128"/>
                <a:ea typeface="Meiryo UI" panose="020B0604030504040204" pitchFamily="50" charset="-128"/>
              </a:rPr>
              <a:t># Main Processing Execution</a:t>
            </a:r>
            <a:endParaRPr kumimoji="1" lang="en-US" altLang="ja-JP" sz="1200" dirty="0">
              <a:latin typeface="Meiryo UI" panose="020B0604030504040204" pitchFamily="50" charset="-128"/>
              <a:ea typeface="Meiryo UI" panose="020B0604030504040204" pitchFamily="50" charset="-128"/>
            </a:endParaRPr>
          </a:p>
          <a:p>
            <a:r>
              <a:rPr lang="en" altLang="ja-JP" sz="1200" dirty="0">
                <a:latin typeface="Meiryo UI" panose="020B0604030504040204" pitchFamily="50" charset="-128"/>
                <a:ea typeface="Meiryo UI" panose="020B0604030504040204" pitchFamily="50" charset="-128"/>
              </a:rPr>
              <a:t>#------------------------------------------------------------------------------</a:t>
            </a:r>
          </a:p>
          <a:p>
            <a:r>
              <a:rPr kumimoji="1" lang="en" altLang="ja-JP" sz="1200" dirty="0" err="1">
                <a:latin typeface="Meiryo UI" panose="020B0604030504040204" pitchFamily="50" charset="-128"/>
                <a:ea typeface="Meiryo UI" panose="020B0604030504040204" pitchFamily="50" charset="-128"/>
              </a:rPr>
              <a:t>if__name__ = ‘__main__’</a:t>
            </a:r>
          </a:p>
          <a:p>
            <a:r>
              <a:rPr lang="en" altLang="en-US" sz="1200" dirty="0">
                <a:latin typeface="Meiryo UI" panose="020B0604030504040204" pitchFamily="50" charset="-128"/>
                <a:ea typeface="Meiryo UI" panose="020B0604030504040204" pitchFamily="50" charset="-128"/>
              </a:rPr>
              <a:t>    ・ ・ ・</a:t>
            </a:r>
            <a:endParaRPr lang="en-US" altLang="ja-JP" sz="1200" dirty="0">
              <a:latin typeface="Meiryo UI" panose="020B0604030504040204" pitchFamily="50" charset="-128"/>
              <a:ea typeface="Meiryo UI" panose="020B0604030504040204" pitchFamily="50" charset="-128"/>
            </a:endParaRPr>
          </a:p>
          <a:p>
            <a:r>
              <a:rPr kumimoji="1" lang="en" altLang="ja-JP" sz="1200" dirty="0">
                <a:latin typeface="Meiryo UI" panose="020B0604030504040204" pitchFamily="50" charset="-128"/>
                <a:ea typeface="Meiryo UI" panose="020B0604030504040204" pitchFamily="50" charset="-128"/>
              </a:rPr>
              <a:t>    main()</a:t>
            </a:r>
          </a:p>
        </p:txBody>
      </p:sp>
      <p:sp>
        <p:nvSpPr>
          <p:cNvPr id="2" name="正方形/長方形 1">
            <a:extLst>
              <a:ext uri="{FF2B5EF4-FFF2-40B4-BE49-F238E27FC236}">
                <a16:creationId xmlns:a16="http://schemas.microsoft.com/office/drawing/2014/main" id="{AA47F0BB-236E-C398-4E4D-1D6E302BD3D5}"/>
              </a:ext>
            </a:extLst>
          </p:cNvPr>
          <p:cNvSpPr/>
          <p:nvPr/>
        </p:nvSpPr>
        <p:spPr>
          <a:xfrm>
            <a:off x="7524541" y="5745477"/>
            <a:ext cx="3924436" cy="523220"/>
          </a:xfrm>
          <a:prstGeom prst="rect">
            <a:avLst/>
          </a:prstGeom>
          <a:solidFill>
            <a:srgbClr val="B3EADA"/>
          </a:solidFill>
          <a:ln>
            <a:solidFill>
              <a:srgbClr val="7F7F7F"/>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en" altLang="en-US" sz="1300" dirty="0">
                <a:solidFill>
                  <a:schemeClr val="tx1"/>
                </a:solidFill>
                <a:latin typeface="Meiryo UI" panose="020B0604030504040204" pitchFamily="50" charset="-128"/>
                <a:ea typeface="Meiryo UI" panose="020B0604030504040204" pitchFamily="50" charset="-128"/>
              </a:rPr>
              <a:t>The number of digits that can be written in a single line is limited to 79 digits.</a:t>
            </a:r>
            <a:endParaRPr kumimoji="1" lang="en-US" altLang="ja-JP" sz="13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39980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358BD-B17A-FB42-17E8-79EE93CDB592}"/>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F0CDF048-CE44-8D55-F514-2237E153C242}"/>
              </a:ext>
            </a:extLst>
          </p:cNvPr>
          <p:cNvSpPr txBox="1"/>
          <p:nvPr/>
        </p:nvSpPr>
        <p:spPr>
          <a:xfrm>
            <a:off x="578120" y="302706"/>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 altLang="ja-JP" sz="2800" b="1" dirty="0">
                <a:solidFill>
                  <a:prstClr val="black"/>
                </a:solidFill>
                <a:latin typeface="Meiryo UI" panose="020B0604030504040204" pitchFamily="34" charset="-128"/>
                <a:ea typeface="Meiryo UI" panose="020B0604030504040204" pitchFamily="34" charset="-128"/>
                <a:cs typeface="Meiryo" charset="-128"/>
              </a:rPr>
              <a:t>1. Overall Composition (2/2)</a:t>
            </a:r>
            <a:endParaRPr kumimoji="1" lang="en-US" altLang="ja-JP" sz="2800" b="1" i="0" u="none" strike="noStrike" kern="1200" cap="none" spc="0" normalizeH="0" baseline="0" noProof="0" dirty="0">
              <a:ln>
                <a:noFill/>
              </a:ln>
              <a:solidFill>
                <a:prstClr val="black"/>
              </a:solidFill>
              <a:effectLst/>
              <a:uLnTx/>
              <a:uFillTx/>
              <a:latin typeface="Meiryo UI" panose="020B0604030504040204" pitchFamily="34" charset="-128"/>
              <a:ea typeface="Meiryo UI" panose="020B0604030504040204" pitchFamily="34" charset="-128"/>
              <a:cs typeface="Meiryo" charset="-128"/>
            </a:endParaRPr>
          </a:p>
        </p:txBody>
      </p:sp>
      <p:sp>
        <p:nvSpPr>
          <p:cNvPr id="3" name="スライド番号プレースホルダー 7">
            <a:extLst>
              <a:ext uri="{FF2B5EF4-FFF2-40B4-BE49-F238E27FC236}">
                <a16:creationId xmlns:a16="http://schemas.microsoft.com/office/drawing/2014/main" id="{ACBD16FA-9742-EC32-73D3-110BE4EA46DC}"/>
              </a:ext>
            </a:extLst>
          </p:cNvPr>
          <p:cNvSpPr>
            <a:spLocks noGrp="1"/>
          </p:cNvSpPr>
          <p:nvPr>
            <p:ph type="sldNum" sz="quarter" idx="12"/>
          </p:nvPr>
        </p:nvSpPr>
        <p:spPr>
          <a:xfrm>
            <a:off x="11750040" y="6493510"/>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4" name="テキスト ボックス 3">
            <a:extLst>
              <a:ext uri="{FF2B5EF4-FFF2-40B4-BE49-F238E27FC236}">
                <a16:creationId xmlns:a16="http://schemas.microsoft.com/office/drawing/2014/main" id="{B88F5680-DDED-A20E-C6C2-837CB9BD0B46}"/>
              </a:ext>
            </a:extLst>
          </p:cNvPr>
          <p:cNvSpPr txBox="1"/>
          <p:nvPr/>
        </p:nvSpPr>
        <p:spPr>
          <a:xfrm>
            <a:off x="578120" y="876375"/>
            <a:ext cx="4520789" cy="1600438"/>
          </a:xfrm>
          <a:prstGeom prst="rect">
            <a:avLst/>
          </a:prstGeom>
          <a:noFill/>
        </p:spPr>
        <p:txBody>
          <a:bodyPr wrap="none" rtlCol="0">
            <a:spAutoFit/>
          </a:bodyPr>
          <a:lstStyle/>
          <a:p>
            <a:r>
              <a:rPr kumimoji="1" lang="en" altLang="ja-JP" sz="1400" dirty="0">
                <a:latin typeface="Meiryo UI" panose="020B0604030504040204" pitchFamily="50" charset="-128"/>
                <a:ea typeface="Meiryo UI" panose="020B0604030504040204" pitchFamily="50" charset="-128"/>
              </a:rPr>
              <a:t>if __name__ = '__main__': Immediately below, write the following:</a:t>
            </a: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Instantiating a common constant</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Retrieving Arguments</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Setting Environment Variables to Configuration File Paths, etc.</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Log output settings</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Loading configuration files and defining variables</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ja-JP" sz="1400" dirty="0">
                <a:latin typeface="Meiryo UI" panose="020B0604030504040204" pitchFamily="50" charset="-128"/>
                <a:ea typeface="Meiryo UI" panose="020B0604030504040204" pitchFamily="50" charset="-128"/>
              </a:rPr>
              <a:t>Executing the main function </a:t>
            </a:r>
          </a:p>
        </p:txBody>
      </p:sp>
      <p:sp>
        <p:nvSpPr>
          <p:cNvPr id="16" name="テキスト ボックス 15">
            <a:extLst>
              <a:ext uri="{FF2B5EF4-FFF2-40B4-BE49-F238E27FC236}">
                <a16:creationId xmlns:a16="http://schemas.microsoft.com/office/drawing/2014/main" id="{DE9A5373-5826-721B-A74E-5E01A013E327}"/>
              </a:ext>
            </a:extLst>
          </p:cNvPr>
          <p:cNvSpPr txBox="1"/>
          <p:nvPr/>
        </p:nvSpPr>
        <p:spPr>
          <a:xfrm>
            <a:off x="1010245" y="3257593"/>
            <a:ext cx="2990447" cy="307777"/>
          </a:xfrm>
          <a:prstGeom prst="rect">
            <a:avLst/>
          </a:prstGeom>
          <a:noFill/>
        </p:spPr>
        <p:txBody>
          <a:bodyPr wrap="square" rtlCol="0">
            <a:spAutoFit/>
          </a:bodyPr>
          <a:lstStyle/>
          <a:p>
            <a:r>
              <a:rPr kumimoji="1" lang="en" altLang="en-US" sz="1400" dirty="0">
                <a:latin typeface="Meiryo UI" panose="020B0604030504040204" pitchFamily="50" charset="-128"/>
                <a:ea typeface="Meiryo UI" panose="020B0604030504040204" pitchFamily="50" charset="-128"/>
              </a:rPr>
              <a:t>Description image</a:t>
            </a:r>
          </a:p>
        </p:txBody>
      </p:sp>
      <p:sp>
        <p:nvSpPr>
          <p:cNvPr id="17" name="正方形/長方形 16">
            <a:extLst>
              <a:ext uri="{FF2B5EF4-FFF2-40B4-BE49-F238E27FC236}">
                <a16:creationId xmlns:a16="http://schemas.microsoft.com/office/drawing/2014/main" id="{D55630A2-592C-20F2-02B4-1ADE07359884}"/>
              </a:ext>
            </a:extLst>
          </p:cNvPr>
          <p:cNvSpPr/>
          <p:nvPr/>
        </p:nvSpPr>
        <p:spPr>
          <a:xfrm>
            <a:off x="1176308" y="3650063"/>
            <a:ext cx="6938992" cy="2613421"/>
          </a:xfrm>
          <a:prstGeom prst="rect">
            <a:avLst/>
          </a:prstGeom>
          <a:ln>
            <a:solidFill>
              <a:srgbClr val="7F7F7F"/>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en" altLang="en-US" sz="1200" dirty="0">
                <a:latin typeface="MS Gothic" panose="020B0609070205080204" pitchFamily="49" charset="-128"/>
                <a:ea typeface="MS Gothic" panose="020B0609070205080204" pitchFamily="49" charset="-128"/>
              </a:rPr>
              <a:t>・・・</a:t>
            </a:r>
            <a:endParaRPr kumimoji="1" lang="en-US" altLang="ja-JP" sz="1200" dirty="0">
              <a:latin typeface="MS Gothic" panose="020B0609070205080204" pitchFamily="49" charset="-128"/>
              <a:ea typeface="MS Gothic" panose="020B0609070205080204" pitchFamily="49" charset="-128"/>
            </a:endParaRPr>
          </a:p>
          <a:p>
            <a:r>
              <a:rPr lang="en" altLang="ja-JP" sz="1200" dirty="0">
                <a:latin typeface="MS Gothic" panose="020B0609070205080204" pitchFamily="49" charset="-128"/>
                <a:ea typeface="MS Gothic" panose="020B0609070205080204" pitchFamily="49" charset="-128"/>
              </a:rPr>
              <a:t>if __name__ = ‘__main__’:</a:t>
            </a:r>
          </a:p>
          <a:p>
            <a:r>
              <a:rPr lang="en" altLang="ja-JP" sz="1200" dirty="0">
                <a:latin typeface="MS Gothic" panose="020B0609070205080204" pitchFamily="49" charset="-128"/>
                <a:ea typeface="MS Gothic" panose="020B0609070205080204" pitchFamily="49" charset="-128"/>
              </a:rPr>
              <a:t>    #</a:t>
            </a:r>
            <a:r>
              <a:rPr lang="en-US" altLang="ja-JP" sz="1200" dirty="0">
                <a:latin typeface="MS Gothic" panose="020B0609070205080204" pitchFamily="49" charset="-128"/>
                <a:ea typeface="MS Gothic" panose="020B0609070205080204" pitchFamily="49" charset="-128"/>
              </a:rPr>
              <a:t> Instantiate a constants class</a:t>
            </a:r>
            <a:r>
              <a:rPr lang="en" altLang="ja-JP" sz="1200" dirty="0">
                <a:latin typeface="MS Gothic" panose="020B0609070205080204" pitchFamily="49" charset="-128"/>
                <a:ea typeface="MS Gothic" panose="020B0609070205080204" pitchFamily="49" charset="-128"/>
              </a:rPr>
              <a:t>.</a:t>
            </a:r>
            <a:endParaRPr lang="en-US" altLang="ja-JP" sz="1200" dirty="0">
              <a:latin typeface="MS Gothic" panose="020B0609070205080204" pitchFamily="49" charset="-128"/>
              <a:ea typeface="MS Gothic" panose="020B0609070205080204" pitchFamily="49" charset="-128"/>
            </a:endParaRPr>
          </a:p>
          <a:p>
            <a:r>
              <a:rPr lang="en" altLang="ja-JP" sz="1200" dirty="0">
                <a:latin typeface="MS Gothic" panose="020B0609070205080204" pitchFamily="49" charset="-128"/>
                <a:ea typeface="MS Gothic" panose="020B0609070205080204" pitchFamily="49" charset="-128"/>
              </a:rPr>
              <a:t>    ・・・</a:t>
            </a:r>
            <a:endParaRPr lang="en-US" altLang="ja-JP" sz="1200" dirty="0">
              <a:latin typeface="MS Gothic" panose="020B0609070205080204" pitchFamily="49" charset="-128"/>
              <a:ea typeface="MS Gothic" panose="020B0609070205080204" pitchFamily="49" charset="-128"/>
            </a:endParaRPr>
          </a:p>
          <a:p>
            <a:r>
              <a:rPr lang="en" altLang="ja-JP" sz="1200" dirty="0">
                <a:latin typeface="MS Gothic" panose="020B0609070205080204" pitchFamily="49" charset="-128"/>
                <a:ea typeface="MS Gothic" panose="020B0609070205080204" pitchFamily="49" charset="-128"/>
              </a:rPr>
              <a:t>    # Get the arguments.</a:t>
            </a:r>
            <a:endParaRPr lang="en-US" altLang="ja-JP" sz="1200" dirty="0">
              <a:latin typeface="MS Gothic" panose="020B0609070205080204" pitchFamily="49" charset="-128"/>
              <a:ea typeface="MS Gothic" panose="020B0609070205080204" pitchFamily="49" charset="-128"/>
            </a:endParaRPr>
          </a:p>
          <a:p>
            <a:r>
              <a:rPr kumimoji="1" lang="en" altLang="ja-JP" sz="1200" dirty="0">
                <a:latin typeface="MS Gothic" panose="020B0609070205080204" pitchFamily="49" charset="-128"/>
                <a:ea typeface="MS Gothic" panose="020B0609070205080204" pitchFamily="49" charset="-128"/>
              </a:rPr>
              <a:t>    ・・・</a:t>
            </a:r>
            <a:endParaRPr kumimoji="1" lang="en-US" altLang="ja-JP" sz="1200" dirty="0">
              <a:latin typeface="MS Gothic" panose="020B0609070205080204" pitchFamily="49" charset="-128"/>
              <a:ea typeface="MS Gothic" panose="020B0609070205080204" pitchFamily="49" charset="-128"/>
            </a:endParaRPr>
          </a:p>
          <a:p>
            <a:r>
              <a:rPr kumimoji="1" lang="en" altLang="en-US" sz="1200" dirty="0">
                <a:latin typeface="MS Gothic" panose="020B0609070205080204" pitchFamily="49" charset="-128"/>
                <a:ea typeface="MS Gothic" panose="020B0609070205080204" pitchFamily="49" charset="-128"/>
              </a:rPr>
              <a:t>    # Get the configuration file path from the environment variable.</a:t>
            </a:r>
            <a:endParaRPr kumimoji="1" lang="en-US" altLang="ja-JP" sz="1200" dirty="0">
              <a:latin typeface="MS Gothic" panose="020B0609070205080204" pitchFamily="49" charset="-128"/>
              <a:ea typeface="MS Gothic" panose="020B0609070205080204" pitchFamily="49" charset="-128"/>
            </a:endParaRPr>
          </a:p>
          <a:p>
            <a:r>
              <a:rPr lang="en" altLang="ja-JP" sz="1200" dirty="0">
                <a:latin typeface="MS Gothic" panose="020B0609070205080204" pitchFamily="49" charset="-128"/>
                <a:ea typeface="MS Gothic" panose="020B0609070205080204" pitchFamily="49" charset="-128"/>
              </a:rPr>
              <a:t>    ・・・</a:t>
            </a:r>
            <a:endParaRPr lang="en-US" altLang="ja-JP" sz="1200" dirty="0">
              <a:latin typeface="MS Gothic" panose="020B0609070205080204" pitchFamily="49" charset="-128"/>
              <a:ea typeface="MS Gothic" panose="020B0609070205080204" pitchFamily="49" charset="-128"/>
            </a:endParaRPr>
          </a:p>
          <a:p>
            <a:r>
              <a:rPr kumimoji="1" lang="en" altLang="en-US" sz="1200" dirty="0">
                <a:latin typeface="MS Gothic" panose="020B0609070205080204" pitchFamily="49" charset="-128"/>
                <a:ea typeface="MS Gothic" panose="020B0609070205080204" pitchFamily="49" charset="-128"/>
              </a:rPr>
              <a:t>    # Load the logger configuration file and configure the log output settings.</a:t>
            </a:r>
            <a:endParaRPr kumimoji="1" lang="en-US" altLang="ja-JP" sz="1200" dirty="0">
              <a:latin typeface="MS Gothic" panose="020B0609070205080204" pitchFamily="49" charset="-128"/>
              <a:ea typeface="MS Gothic" panose="020B0609070205080204" pitchFamily="49" charset="-128"/>
            </a:endParaRPr>
          </a:p>
          <a:p>
            <a:r>
              <a:rPr lang="en" altLang="ja-JP" sz="1200" dirty="0">
                <a:latin typeface="MS Gothic" panose="020B0609070205080204" pitchFamily="49" charset="-128"/>
                <a:ea typeface="MS Gothic" panose="020B0609070205080204" pitchFamily="49" charset="-128"/>
              </a:rPr>
              <a:t>    ・・・</a:t>
            </a:r>
            <a:endParaRPr lang="en-US" altLang="ja-JP" sz="1200" dirty="0">
              <a:latin typeface="MS Gothic" panose="020B0609070205080204" pitchFamily="49" charset="-128"/>
              <a:ea typeface="MS Gothic" panose="020B0609070205080204" pitchFamily="49" charset="-128"/>
            </a:endParaRPr>
          </a:p>
          <a:p>
            <a:r>
              <a:rPr kumimoji="1" lang="en" altLang="ja-JP" sz="1200" dirty="0">
                <a:latin typeface="MS Gothic" panose="020B0609070205080204" pitchFamily="49" charset="-128"/>
                <a:ea typeface="MS Gothic" panose="020B0609070205080204" pitchFamily="49" charset="-128"/>
              </a:rPr>
              <a:t>    # Read the JSON file set as a variable in a dictionary type and set it as a variable.</a:t>
            </a:r>
            <a:endParaRPr lang="en-US" altLang="ja-JP" sz="1200" dirty="0">
              <a:latin typeface="MS Gothic" panose="020B0609070205080204" pitchFamily="49" charset="-128"/>
              <a:ea typeface="MS Gothic" panose="020B0609070205080204" pitchFamily="49" charset="-128"/>
            </a:endParaRPr>
          </a:p>
          <a:p>
            <a:r>
              <a:rPr kumimoji="1" lang="en" altLang="ja-JP" sz="1200" dirty="0">
                <a:latin typeface="MS Gothic" panose="020B0609070205080204" pitchFamily="49" charset="-128"/>
                <a:ea typeface="MS Gothic" panose="020B0609070205080204" pitchFamily="49" charset="-128"/>
              </a:rPr>
              <a:t>    ・・・</a:t>
            </a:r>
            <a:endParaRPr kumimoji="1" lang="en-US" altLang="ja-JP" sz="1200" dirty="0">
              <a:latin typeface="MS Gothic" panose="020B0609070205080204" pitchFamily="49" charset="-128"/>
              <a:ea typeface="MS Gothic" panose="020B0609070205080204" pitchFamily="49" charset="-128"/>
            </a:endParaRPr>
          </a:p>
          <a:p>
            <a:r>
              <a:rPr lang="en" altLang="ja-JP" sz="1200" dirty="0">
                <a:latin typeface="MS Gothic" panose="020B0609070205080204" pitchFamily="49" charset="-128"/>
                <a:ea typeface="MS Gothic" panose="020B0609070205080204" pitchFamily="49" charset="-128"/>
              </a:rPr>
              <a:t>    main()</a:t>
            </a:r>
            <a:endParaRPr kumimoji="1" lang="ja-JP" altLang="en-US" sz="120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3194374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DDB2B-716A-B574-D0E4-3C5E371DD349}"/>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353860F2-4CCB-0151-5A06-2AA114545E6B}"/>
              </a:ext>
            </a:extLst>
          </p:cNvPr>
          <p:cNvSpPr txBox="1"/>
          <p:nvPr/>
        </p:nvSpPr>
        <p:spPr>
          <a:xfrm>
            <a:off x="578120" y="265635"/>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 altLang="ja-JP" sz="2800" b="1" i="0" u="none" strike="noStrike" kern="1200" cap="none" spc="0" normalizeH="0" baseline="0" noProof="0" dirty="0">
                <a:ln>
                  <a:noFill/>
                </a:ln>
                <a:solidFill>
                  <a:prstClr val="black"/>
                </a:solidFill>
                <a:effectLst/>
                <a:uLnTx/>
                <a:uFillTx/>
                <a:latin typeface="Meiryo UI" panose="020B0604030504040204" pitchFamily="34" charset="-128"/>
                <a:ea typeface="Meiryo UI" panose="020B0604030504040204" pitchFamily="34" charset="-128"/>
                <a:cs typeface="Meiryo" charset="-128"/>
              </a:rPr>
              <a:t>2. Header</a:t>
            </a:r>
            <a:endParaRPr kumimoji="1" lang="en-US" altLang="ja-JP" sz="2800" b="1" i="0" u="none" strike="noStrike" kern="1200" cap="none" spc="0" normalizeH="0" baseline="0" noProof="0" dirty="0">
              <a:ln>
                <a:noFill/>
              </a:ln>
              <a:solidFill>
                <a:prstClr val="black"/>
              </a:solidFill>
              <a:effectLst/>
              <a:uLnTx/>
              <a:uFillTx/>
              <a:latin typeface="Meiryo UI" panose="020B0604030504040204" pitchFamily="34" charset="-128"/>
              <a:ea typeface="Meiryo UI" panose="020B0604030504040204" pitchFamily="34" charset="-128"/>
              <a:cs typeface="Meiryo" charset="-128"/>
            </a:endParaRPr>
          </a:p>
        </p:txBody>
      </p:sp>
      <p:sp>
        <p:nvSpPr>
          <p:cNvPr id="3" name="スライド番号プレースホルダー 7">
            <a:extLst>
              <a:ext uri="{FF2B5EF4-FFF2-40B4-BE49-F238E27FC236}">
                <a16:creationId xmlns:a16="http://schemas.microsoft.com/office/drawing/2014/main" id="{188339E3-8479-363F-B44B-DD1A3533B075}"/>
              </a:ext>
            </a:extLst>
          </p:cNvPr>
          <p:cNvSpPr>
            <a:spLocks noGrp="1"/>
          </p:cNvSpPr>
          <p:nvPr>
            <p:ph type="sldNum" sz="quarter" idx="12"/>
          </p:nvPr>
        </p:nvSpPr>
        <p:spPr>
          <a:xfrm>
            <a:off x="11597331" y="6519924"/>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5" name="正方形/長方形 4">
            <a:extLst>
              <a:ext uri="{FF2B5EF4-FFF2-40B4-BE49-F238E27FC236}">
                <a16:creationId xmlns:a16="http://schemas.microsoft.com/office/drawing/2014/main" id="{E7CDEA45-C26F-FBE0-A3C9-9C4D0407C7A0}"/>
              </a:ext>
            </a:extLst>
          </p:cNvPr>
          <p:cNvSpPr/>
          <p:nvPr/>
        </p:nvSpPr>
        <p:spPr>
          <a:xfrm>
            <a:off x="1145676" y="1553134"/>
            <a:ext cx="8192287" cy="2378935"/>
          </a:xfrm>
          <a:prstGeom prst="rect">
            <a:avLst/>
          </a:prstGeom>
          <a:solidFill>
            <a:sysClr val="window" lastClr="FFFFFF"/>
          </a:solidFill>
          <a:ln w="12700" cap="flat" cmpd="sng" algn="ctr">
            <a:solidFill>
              <a:srgbClr val="7F7F7F"/>
            </a:solidFill>
            <a:prstDash val="solid"/>
            <a:miter lim="800000"/>
          </a:ln>
          <a:effectLst/>
        </p:spPr>
        <p:txBody>
          <a:bodyPr rtlCol="0" anchor="ctr"/>
          <a:lstStyle/>
          <a:p>
            <a:pPr lvl="0" defTabSz="987425" fontAlgn="base">
              <a:spcBef>
                <a:spcPct val="0"/>
              </a:spcBef>
              <a:spcAft>
                <a:spcPct val="0"/>
              </a:spcAft>
              <a:defRPr/>
            </a:pPr>
            <a:r>
              <a:rPr kumimoji="0" lang="en" altLang="ja-JP" sz="1200" kern="0" dirty="0">
                <a:solidFill>
                  <a:prstClr val="black"/>
                </a:solidFill>
                <a:latin typeface="MS Gothic" panose="020B0609070205080204" pitchFamily="49" charset="-128"/>
                <a:ea typeface="MS Gothic" panose="020B0609070205080204" pitchFamily="49" charset="-128"/>
              </a:rPr>
              <a:t>#------------------------------------------------------------------------------</a:t>
            </a:r>
            <a:r>
              <a:rPr lang="en" altLang="ja-JP" sz="1200" kern="0" dirty="0">
                <a:solidFill>
                  <a:prstClr val="black"/>
                </a:solidFill>
                <a:latin typeface="MS Gothic" panose="020B0609070205080204" pitchFamily="49" charset="-128"/>
                <a:ea typeface="MS Gothic" panose="020B0609070205080204" pitchFamily="49" charset="-128"/>
              </a:rPr>
              <a:t>--------------------</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Class Name : xxxxxxxxxxxx.py</a:t>
            </a:r>
            <a:endParaRPr kumimoji="0" lang="ja-JP" altLang="en-US"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Class Name : ESS Job Execution</a:t>
            </a: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Process Overview : Running an ESS Job</a:t>
            </a: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Execution User   : Batch User</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Arguments        : 1. JP1 Job ID</a:t>
            </a:r>
          </a:p>
          <a:p>
            <a:pPr defTabSz="987425" fontAlgn="base">
              <a:spcBef>
                <a:spcPct val="0"/>
              </a:spcBef>
              <a:spcAft>
                <a:spcPct val="0"/>
              </a:spcAf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Returns          : 1. Result 0: Normal Termination | 1: Warning Termination </a:t>
            </a:r>
            <a:r>
              <a:rPr lang="en" altLang="ja-JP" sz="1200" kern="0" dirty="0">
                <a:solidFill>
                  <a:prstClr val="black"/>
                </a:solidFill>
                <a:latin typeface="MS Gothic" panose="020B0609070205080204" pitchFamily="49" charset="-128"/>
                <a:ea typeface="MS Gothic" panose="020B0609070205080204" pitchFamily="49" charset="-128"/>
              </a:rPr>
              <a:t>| </a:t>
            </a: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8: Abnormal Termination</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 2. XXX</a:t>
            </a:r>
            <a:endParaRPr kumimoji="0" lang="ja-JP" altLang="en-US"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Author           : IBM</a:t>
            </a: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Update history</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Version Update Date Updated by Update Details</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1.00 2026/4/1 IBMXX New</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lvl="0" defTabSz="987425" fontAlgn="base">
              <a:spcBef>
                <a:spcPct val="0"/>
              </a:spcBef>
              <a:spcAft>
                <a:spcPct val="0"/>
              </a:spcAft>
              <a:defRPr/>
            </a:pPr>
            <a:r>
              <a:rPr kumimoji="0" lang="en" altLang="ja-JP" sz="1200" kern="0" dirty="0">
                <a:solidFill>
                  <a:prstClr val="black"/>
                </a:solidFill>
                <a:latin typeface="MS Gothic" panose="020B0609070205080204" pitchFamily="49" charset="-128"/>
                <a:ea typeface="MS Gothic" panose="020B0609070205080204" pitchFamily="49" charset="-128"/>
              </a:rPr>
              <a:t>#------------------------------------------------------------------------------</a:t>
            </a:r>
            <a:r>
              <a:rPr lang="en" altLang="ja-JP" sz="1200" kern="0" dirty="0">
                <a:solidFill>
                  <a:prstClr val="black"/>
                </a:solidFill>
                <a:latin typeface="MS Gothic" panose="020B0609070205080204" pitchFamily="49" charset="-128"/>
                <a:ea typeface="MS Gothic" panose="020B0609070205080204" pitchFamily="49" charset="-128"/>
              </a:rPr>
              <a:t>--------------------</a:t>
            </a:r>
            <a:endParaRPr kumimoji="0" lang="ja-JP" altLang="en-US"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p:txBody>
      </p:sp>
      <p:sp>
        <p:nvSpPr>
          <p:cNvPr id="2" name="メモ 10">
            <a:extLst>
              <a:ext uri="{FF2B5EF4-FFF2-40B4-BE49-F238E27FC236}">
                <a16:creationId xmlns:a16="http://schemas.microsoft.com/office/drawing/2014/main" id="{11D767CD-5604-7512-ACC5-0329DD128D52}"/>
              </a:ext>
            </a:extLst>
          </p:cNvPr>
          <p:cNvSpPr/>
          <p:nvPr/>
        </p:nvSpPr>
        <p:spPr bwMode="auto">
          <a:xfrm>
            <a:off x="1145677" y="4351997"/>
            <a:ext cx="6388501" cy="2477069"/>
          </a:xfrm>
          <a:prstGeom prst="foldedCorner">
            <a:avLst>
              <a:gd name="adj" fmla="val 0"/>
            </a:avLst>
          </a:prstGeom>
          <a:solidFill>
            <a:schemeClr val="bg1"/>
          </a:solidFill>
          <a:ln w="12700" cap="flat" cmpd="sng" algn="ctr">
            <a:solidFill>
              <a:srgbClr val="7F7F7F"/>
            </a:solidFill>
            <a:prstDash val="solid"/>
            <a:round/>
            <a:headEnd type="none" w="med" len="med"/>
            <a:tailEnd type="none" w="med" len="med"/>
          </a:ln>
          <a:effectLst/>
        </p:spPr>
        <p:txBody>
          <a:bodyPr vert="horz" wrap="square" lIns="96854" tIns="50364" rIns="96854" bIns="50364" numCol="1" rtlCol="0" anchor="t" anchorCtr="0" compatLnSpc="1">
            <a:prstTxWarp prst="textNoShape">
              <a:avLst/>
            </a:prstTxWarp>
          </a:bodyPr>
          <a:lstStyle/>
          <a:p>
            <a:r>
              <a:rPr lang="en" altLang="ja-JP" sz="1200" dirty="0">
                <a:latin typeface="ＭＳ ゴシック" panose="020B0609070205080204" pitchFamily="49" charset="-128"/>
                <a:ea typeface="ＭＳ ゴシック" panose="020B0609070205080204" pitchFamily="49" charset="-128"/>
              </a:rPr>
              <a:t>#------------------------------------------------------------------------------</a:t>
            </a:r>
          </a:p>
          <a:p>
            <a:r>
              <a:rPr lang="en" altLang="ja-JP" sz="1200" dirty="0">
                <a:latin typeface="ＭＳ ゴシック" panose="020B0609070205080204" pitchFamily="49" charset="-128"/>
                <a:ea typeface="ＭＳ ゴシック" panose="020B0609070205080204" pitchFamily="49" charset="-128"/>
              </a:rPr>
              <a:t># Name       : runwebsvc</a:t>
            </a:r>
            <a:endParaRPr lang="en-US" altLang="ja-JP" sz="1200" dirty="0">
              <a:latin typeface="ＭＳ ゴシック" panose="020B0609070205080204" pitchFamily="49" charset="-128"/>
              <a:ea typeface="ＭＳ ゴシック" panose="020B0609070205080204" pitchFamily="49" charset="-128"/>
            </a:endParaRPr>
          </a:p>
          <a:p>
            <a:r>
              <a:rPr lang="en" altLang="ja-JP" sz="1200" dirty="0">
                <a:latin typeface="ＭＳ ゴシック" panose="020B0609070205080204" pitchFamily="49" charset="-128"/>
                <a:ea typeface="ＭＳ ゴシック" panose="020B0609070205080204" pitchFamily="49" charset="-128"/>
              </a:rPr>
              <a:t># Function   : Web Service Execution</a:t>
            </a:r>
            <a:endParaRPr lang="en-US" altLang="ja-JP" sz="1200" dirty="0">
              <a:latin typeface="ＭＳ ゴシック" panose="020B0609070205080204" pitchFamily="49" charset="-128"/>
              <a:ea typeface="ＭＳ ゴシック" panose="020B0609070205080204" pitchFamily="49" charset="-128"/>
            </a:endParaRPr>
          </a:p>
          <a:p>
            <a:pPr algn="l"/>
            <a:r>
              <a:rPr lang="en" altLang="ja-JP" sz="1200" dirty="0">
                <a:latin typeface="ＭＳ ゴシック" panose="020B0609070205080204" pitchFamily="49" charset="-128"/>
                <a:ea typeface="ＭＳ ゴシック" panose="020B0609070205080204" pitchFamily="49" charset="-128"/>
              </a:rPr>
              <a:t># Argument   : 1 Destination URL</a:t>
            </a:r>
          </a:p>
          <a:p>
            <a:pPr algn="l"/>
            <a:r>
              <a:rPr lang="en" altLang="ja-JP" sz="1200" dirty="0">
                <a:latin typeface="ＭＳ ゴシック" panose="020B0609070205080204" pitchFamily="49" charset="-128"/>
                <a:ea typeface="ＭＳ ゴシック" panose="020B0609070205080204" pitchFamily="49" charset="-128"/>
              </a:rPr>
              <a:t>#            : 2 SOAP Envelopes</a:t>
            </a:r>
            <a:endParaRPr lang="en-US" altLang="ja-JP" sz="1200" dirty="0">
              <a:latin typeface="ＭＳ ゴシック" panose="020B0609070205080204" pitchFamily="49" charset="-128"/>
              <a:ea typeface="ＭＳ ゴシック" panose="020B0609070205080204" pitchFamily="49" charset="-128"/>
            </a:endParaRPr>
          </a:p>
          <a:p>
            <a:pPr algn="l"/>
            <a:r>
              <a:rPr lang="en" altLang="ja-JP" sz="1200" dirty="0">
                <a:latin typeface="ＭＳ ゴシック" panose="020B0609070205080204" pitchFamily="49" charset="-128"/>
                <a:ea typeface="ＭＳ ゴシック" panose="020B0609070205080204" pitchFamily="49" charset="-128"/>
              </a:rPr>
              <a:t>#            : 3 Access Tokens</a:t>
            </a:r>
          </a:p>
          <a:p>
            <a:pPr algn="l"/>
            <a:r>
              <a:rPr lang="en" altLang="ja-JP" sz="1200" dirty="0">
                <a:latin typeface="ＭＳ ゴシック" panose="020B0609070205080204" pitchFamily="49" charset="-128"/>
                <a:ea typeface="ＭＳ ゴシック" panose="020B0609070205080204" pitchFamily="49" charset="-128"/>
              </a:rPr>
              <a:t># Returns    : 1 Result 0: Normal | 8: Abnormal</a:t>
            </a:r>
          </a:p>
          <a:p>
            <a:r>
              <a:rPr lang="en" altLang="ja-JP" sz="1200" dirty="0">
                <a:latin typeface="ＭＳ ゴシック" panose="020B0609070205080204" pitchFamily="49" charset="-128"/>
                <a:ea typeface="ＭＳ ゴシック" panose="020B0609070205080204" pitchFamily="49" charset="-128"/>
              </a:rPr>
              <a:t>#------------------------------------------------------------------------------</a:t>
            </a:r>
          </a:p>
          <a:p>
            <a:pPr algn="l"/>
            <a:r>
              <a:rPr lang="en" altLang="ja-JP" sz="1200" dirty="0">
                <a:latin typeface="ＭＳ ゴシック" panose="020B0609070205080204" pitchFamily="49" charset="-128"/>
                <a:ea typeface="ＭＳ ゴシック" panose="020B0609070205080204" pitchFamily="49" charset="-128"/>
              </a:rPr>
              <a:t>def runwebsvc(url: str, envelope: str, cloud_token):</a:t>
            </a:r>
            <a:endParaRPr lang="ja-JP" altLang="en-US" sz="1200" dirty="0">
              <a:latin typeface="ＭＳ ゴシック" panose="020B0609070205080204" pitchFamily="49" charset="-128"/>
              <a:ea typeface="ＭＳ ゴシック" panose="020B0609070205080204" pitchFamily="49" charset="-128"/>
            </a:endParaRPr>
          </a:p>
          <a:p>
            <a:pPr algn="l"/>
            <a:r>
              <a:rPr lang="en" altLang="en-US" sz="1200" dirty="0">
                <a:latin typeface="ＭＳ ゴシック" panose="020B0609070205080204" pitchFamily="49" charset="-128"/>
                <a:ea typeface="ＭＳ ゴシック" panose="020B0609070205080204" pitchFamily="49" charset="-128"/>
              </a:rPr>
              <a:t>  # Log Message Output</a:t>
            </a:r>
          </a:p>
          <a:p>
            <a:pPr algn="l"/>
            <a:r>
              <a:rPr lang="en" altLang="ja-JP" sz="1200" dirty="0">
                <a:latin typeface="ＭＳ ゴシック" panose="020B0609070205080204" pitchFamily="49" charset="-128"/>
                <a:ea typeface="ＭＳ ゴシック" panose="020B0609070205080204" pitchFamily="49" charset="-128"/>
              </a:rPr>
              <a:t>  …</a:t>
            </a:r>
          </a:p>
          <a:p>
            <a:pPr algn="l"/>
            <a:endParaRPr lang="en-US" altLang="ja-JP" sz="1200" dirty="0">
              <a:latin typeface="ＭＳ ゴシック" panose="020B0609070205080204" pitchFamily="49" charset="-128"/>
              <a:ea typeface="ＭＳ ゴシック" panose="020B0609070205080204" pitchFamily="49" charset="-128"/>
            </a:endParaRPr>
          </a:p>
          <a:p>
            <a:pPr algn="l"/>
            <a:r>
              <a:rPr lang="en" altLang="ja-JP" sz="1200" dirty="0">
                <a:latin typeface="ＭＳ ゴシック" panose="020B0609070205080204" pitchFamily="49" charset="-128"/>
                <a:ea typeface="ＭＳ ゴシック" panose="020B0609070205080204" pitchFamily="49" charset="-128"/>
              </a:rPr>
              <a:t>  return rc</a:t>
            </a:r>
            <a:endParaRPr lang="en-US" altLang="ja-JP" sz="1200" dirty="0">
              <a:latin typeface="ＭＳ ゴシック" panose="020B0609070205080204" pitchFamily="49" charset="-128"/>
              <a:ea typeface="ＭＳ ゴシック" panose="020B0609070205080204" pitchFamily="49" charset="-128"/>
            </a:endParaRPr>
          </a:p>
        </p:txBody>
      </p:sp>
      <p:sp>
        <p:nvSpPr>
          <p:cNvPr id="7" name="TextBox 3">
            <a:extLst>
              <a:ext uri="{FF2B5EF4-FFF2-40B4-BE49-F238E27FC236}">
                <a16:creationId xmlns:a16="http://schemas.microsoft.com/office/drawing/2014/main" id="{77AE2240-C45A-2D36-D734-F7976D746962}"/>
              </a:ext>
            </a:extLst>
          </p:cNvPr>
          <p:cNvSpPr txBox="1"/>
          <p:nvPr/>
        </p:nvSpPr>
        <p:spPr>
          <a:xfrm>
            <a:off x="584335" y="838014"/>
            <a:ext cx="11023330" cy="523220"/>
          </a:xfrm>
          <a:prstGeom prst="rect">
            <a:avLst/>
          </a:prstGeom>
          <a:noFill/>
        </p:spPr>
        <p:txBody>
          <a:bodyPr wrap="square" rtlCol="0">
            <a:spAutoFit/>
          </a:bodyPr>
          <a:lstStyle/>
          <a:p>
            <a:pPr fontAlgn="base">
              <a:spcBef>
                <a:spcPct val="0"/>
              </a:spcBef>
              <a:spcAft>
                <a:spcPct val="0"/>
              </a:spcAft>
            </a:pPr>
            <a:r>
              <a:rPr lang="en" altLang="en-US" sz="1400" dirty="0">
                <a:solidFill>
                  <a:srgbClr val="000000"/>
                </a:solidFill>
                <a:latin typeface="Meiryo UI" panose="020B0604030504040204" pitchFamily="50" charset="-128"/>
                <a:ea typeface="Meiryo UI" panose="020B0604030504040204" pitchFamily="50" charset="-128"/>
              </a:rPr>
              <a:t>The header is written to understand the outline of the functional specifications of programs, functions, etc., and to perform version control. The header layout is shown below.</a:t>
            </a:r>
            <a:endParaRPr lang="en-US" altLang="ja-JP" sz="1400" dirty="0">
              <a:solidFill>
                <a:srgbClr val="000000"/>
              </a:solidFill>
              <a:latin typeface="Meiryo UI" panose="020B0604030504040204" pitchFamily="50" charset="-128"/>
              <a:ea typeface="Meiryo UI" panose="020B0604030504040204" pitchFamily="50" charset="-128"/>
            </a:endParaRPr>
          </a:p>
          <a:p>
            <a:pPr marL="685800" lvl="1" indent="-228600" fontAlgn="base">
              <a:spcBef>
                <a:spcPct val="0"/>
              </a:spcBef>
              <a:spcAft>
                <a:spcPct val="0"/>
              </a:spcAft>
              <a:buFont typeface="+mj-ea"/>
              <a:buAutoNum type="circleNumDbPlain"/>
            </a:pPr>
            <a:r>
              <a:rPr lang="en" altLang="en-US" sz="1400" dirty="0">
                <a:solidFill>
                  <a:srgbClr val="000000"/>
                </a:solidFill>
                <a:latin typeface="Meiryo UI" panose="020B0604030504040204" pitchFamily="50" charset="-128"/>
                <a:ea typeface="Meiryo UI" panose="020B0604030504040204" pitchFamily="50" charset="-128"/>
              </a:rPr>
              <a:t>Main Program Levels       </a:t>
            </a:r>
            <a:endParaRPr lang="en-US" altLang="ja-JP" sz="1400" dirty="0">
              <a:solidFill>
                <a:srgbClr val="000000"/>
              </a:solidFill>
              <a:latin typeface="Meiryo UI" panose="020B0604030504040204" pitchFamily="50" charset="-128"/>
              <a:ea typeface="Meiryo UI" panose="020B0604030504040204" pitchFamily="50" charset="-128"/>
            </a:endParaRPr>
          </a:p>
        </p:txBody>
      </p:sp>
      <p:sp>
        <p:nvSpPr>
          <p:cNvPr id="8" name="TextBox 3">
            <a:extLst>
              <a:ext uri="{FF2B5EF4-FFF2-40B4-BE49-F238E27FC236}">
                <a16:creationId xmlns:a16="http://schemas.microsoft.com/office/drawing/2014/main" id="{3A94CA82-DA1F-382D-BADB-E3C5F99CEB44}"/>
              </a:ext>
            </a:extLst>
          </p:cNvPr>
          <p:cNvSpPr txBox="1"/>
          <p:nvPr/>
        </p:nvSpPr>
        <p:spPr>
          <a:xfrm>
            <a:off x="584335" y="4044220"/>
            <a:ext cx="11023330" cy="307777"/>
          </a:xfrm>
          <a:prstGeom prst="rect">
            <a:avLst/>
          </a:prstGeom>
          <a:noFill/>
        </p:spPr>
        <p:txBody>
          <a:bodyPr wrap="square" rtlCol="0">
            <a:spAutoFit/>
          </a:bodyPr>
          <a:lstStyle/>
          <a:p>
            <a:pPr marL="800100" lvl="1" indent="-342900" fontAlgn="base">
              <a:spcBef>
                <a:spcPct val="0"/>
              </a:spcBef>
              <a:spcAft>
                <a:spcPct val="0"/>
              </a:spcAft>
              <a:buFont typeface="+mj-ea"/>
              <a:buAutoNum type="circleNumDbPlain" startAt="2"/>
            </a:pPr>
            <a:r>
              <a:rPr lang="en" altLang="en-US" sz="1400" dirty="0">
                <a:solidFill>
                  <a:srgbClr val="000000"/>
                </a:solidFill>
                <a:latin typeface="Meiryo UI" panose="020B0604030504040204" pitchFamily="50" charset="-128"/>
                <a:ea typeface="Meiryo UI" panose="020B0604030504040204" pitchFamily="50" charset="-128"/>
              </a:rPr>
              <a:t>Function Levels</a:t>
            </a:r>
            <a:endParaRPr lang="en-US" altLang="ja-JP" sz="1400" dirty="0">
              <a:solidFill>
                <a:srgbClr val="00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46108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3520E-DADC-2EEF-1C40-1CA294E332C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9A5CACB-FB12-B5D4-6364-4D090F2632ED}"/>
              </a:ext>
            </a:extLst>
          </p:cNvPr>
          <p:cNvSpPr txBox="1"/>
          <p:nvPr/>
        </p:nvSpPr>
        <p:spPr>
          <a:xfrm>
            <a:off x="578120" y="954733"/>
            <a:ext cx="11023330" cy="4616648"/>
          </a:xfrm>
          <a:prstGeom prst="rect">
            <a:avLst/>
          </a:prstGeom>
          <a:noFill/>
        </p:spPr>
        <p:txBody>
          <a:bodyPr wrap="square" rtlCol="0">
            <a:spAutoFit/>
          </a:bodyPr>
          <a:lstStyle/>
          <a:p>
            <a:pPr fontAlgn="base">
              <a:spcBef>
                <a:spcPct val="0"/>
              </a:spcBef>
              <a:spcAft>
                <a:spcPct val="0"/>
              </a:spcAft>
            </a:pPr>
            <a:r>
              <a:rPr lang="en" altLang="en-US" sz="1400" dirty="0">
                <a:solidFill>
                  <a:srgbClr val="000000"/>
                </a:solidFill>
                <a:latin typeface="Meiryo UI" panose="020B0604030504040204" pitchFamily="50" charset="-128"/>
                <a:ea typeface="Meiryo UI" panose="020B0604030504040204" pitchFamily="50" charset="-128"/>
              </a:rPr>
              <a:t>The change history in the header should be listed in the "Change History (Under Development)" column below during the development period.</a:t>
            </a:r>
            <a:endParaRPr lang="en-US" altLang="ja-JP" sz="1400" dirty="0">
              <a:solidFill>
                <a:srgbClr val="000000"/>
              </a:solidFill>
              <a:latin typeface="Meiryo UI" panose="020B0604030504040204" pitchFamily="50" charset="-128"/>
              <a:ea typeface="Meiryo UI" panose="020B0604030504040204" pitchFamily="50" charset="-128"/>
            </a:endParaRPr>
          </a:p>
          <a:p>
            <a:pPr fontAlgn="base">
              <a:spcBef>
                <a:spcPct val="0"/>
              </a:spcBef>
              <a:spcAft>
                <a:spcPct val="0"/>
              </a:spcAft>
            </a:pPr>
            <a:r>
              <a:rPr lang="en" altLang="en-US" sz="1400" dirty="0">
                <a:solidFill>
                  <a:srgbClr val="000000"/>
                </a:solidFill>
                <a:latin typeface="Meiryo UI" panose="020B0604030504040204" pitchFamily="50" charset="-128"/>
                <a:ea typeface="Meiryo UI" panose="020B0604030504040204" pitchFamily="50" charset="-128"/>
              </a:rPr>
              <a:t>At the time of release, it is released with only "changelog" as 1.00.</a:t>
            </a:r>
            <a:endParaRPr lang="en-US" altLang="ja-JP" sz="1400" dirty="0">
              <a:solidFill>
                <a:srgbClr val="000000"/>
              </a:solidFill>
              <a:latin typeface="Meiryo UI" panose="020B0604030504040204" pitchFamily="50" charset="-128"/>
              <a:ea typeface="Meiryo UI" panose="020B0604030504040204" pitchFamily="50" charset="-128"/>
            </a:endParaRPr>
          </a:p>
          <a:p>
            <a:pPr fontAlgn="base">
              <a:spcBef>
                <a:spcPct val="0"/>
              </a:spcBef>
              <a:spcAft>
                <a:spcPct val="0"/>
              </a:spcAft>
            </a:pPr>
            <a:endParaRPr lang="en-US" altLang="ja-JP" sz="1400" dirty="0">
              <a:solidFill>
                <a:srgbClr val="000000"/>
              </a:solidFill>
              <a:latin typeface="Meiryo UI" panose="020B0604030504040204" pitchFamily="50" charset="-128"/>
              <a:ea typeface="Meiryo UI" panose="020B0604030504040204" pitchFamily="50" charset="-128"/>
            </a:endParaRPr>
          </a:p>
          <a:p>
            <a:pPr marL="685800" lvl="1" indent="-228600" fontAlgn="base">
              <a:spcBef>
                <a:spcPct val="0"/>
              </a:spcBef>
              <a:spcAft>
                <a:spcPct val="0"/>
              </a:spcAft>
              <a:buFont typeface="+mj-ea"/>
              <a:buAutoNum type="circleNumDbPlain"/>
            </a:pPr>
            <a:r>
              <a:rPr lang="en" altLang="en-US" sz="1400" dirty="0">
                <a:solidFill>
                  <a:srgbClr val="000000"/>
                </a:solidFill>
                <a:latin typeface="Meiryo UI" panose="020B0604030504040204" pitchFamily="50" charset="-128"/>
                <a:ea typeface="Meiryo UI" panose="020B0604030504040204" pitchFamily="50" charset="-128"/>
              </a:rPr>
              <a:t>Main Program Levels</a:t>
            </a:r>
            <a:endParaRPr lang="en-US" altLang="ja-JP" sz="1400" dirty="0">
              <a:solidFill>
                <a:srgbClr val="000000"/>
              </a:solidFill>
              <a:latin typeface="Meiryo UI" panose="020B0604030504040204" pitchFamily="50" charset="-128"/>
              <a:ea typeface="Meiryo UI" panose="020B0604030504040204" pitchFamily="50" charset="-128"/>
            </a:endParaRPr>
          </a:p>
          <a:p>
            <a:pPr marL="685800" lvl="1" indent="-228600" fontAlgn="base">
              <a:spcBef>
                <a:spcPct val="0"/>
              </a:spcBef>
              <a:spcAft>
                <a:spcPct val="0"/>
              </a:spcAft>
              <a:buFont typeface="+mj-ea"/>
              <a:buAutoNum type="circleNumDbPlain"/>
            </a:pPr>
            <a:endParaRPr lang="en-US" altLang="ja-JP" sz="1400" dirty="0">
              <a:solidFill>
                <a:srgbClr val="000000"/>
              </a:solidFill>
              <a:latin typeface="Meiryo UI" panose="020B0604030504040204" pitchFamily="50" charset="-128"/>
              <a:ea typeface="Meiryo UI" panose="020B0604030504040204" pitchFamily="50" charset="-128"/>
            </a:endParaRPr>
          </a:p>
          <a:p>
            <a:pPr marL="685800" lvl="1" indent="-228600" fontAlgn="base">
              <a:spcBef>
                <a:spcPct val="0"/>
              </a:spcBef>
              <a:spcAft>
                <a:spcPct val="0"/>
              </a:spcAft>
              <a:buFont typeface="+mj-ea"/>
              <a:buAutoNum type="circleNumDbPlain"/>
            </a:pPr>
            <a:endParaRPr lang="en-US" altLang="ja-JP" sz="1400" dirty="0">
              <a:solidFill>
                <a:srgbClr val="000000"/>
              </a:solidFill>
              <a:latin typeface="Meiryo UI" panose="020B0604030504040204" pitchFamily="50" charset="-128"/>
              <a:ea typeface="Meiryo UI" panose="020B0604030504040204" pitchFamily="50" charset="-128"/>
            </a:endParaRPr>
          </a:p>
          <a:p>
            <a:pPr marL="685800" lvl="1" indent="-228600" fontAlgn="base">
              <a:spcBef>
                <a:spcPct val="0"/>
              </a:spcBef>
              <a:spcAft>
                <a:spcPct val="0"/>
              </a:spcAft>
              <a:buFont typeface="+mj-ea"/>
              <a:buAutoNum type="circleNumDbPlain"/>
            </a:pPr>
            <a:endParaRPr lang="en-US" altLang="ja-JP" sz="1400" dirty="0">
              <a:solidFill>
                <a:srgbClr val="000000"/>
              </a:solidFill>
              <a:latin typeface="Meiryo UI" panose="020B0604030504040204" pitchFamily="50" charset="-128"/>
              <a:ea typeface="Meiryo UI" panose="020B0604030504040204" pitchFamily="50" charset="-128"/>
            </a:endParaRPr>
          </a:p>
          <a:p>
            <a:pPr marL="685800" lvl="1" indent="-228600" fontAlgn="base">
              <a:spcBef>
                <a:spcPct val="0"/>
              </a:spcBef>
              <a:spcAft>
                <a:spcPct val="0"/>
              </a:spcAft>
              <a:buFont typeface="+mj-ea"/>
              <a:buAutoNum type="circleNumDbPlain"/>
            </a:pPr>
            <a:endParaRPr lang="en-US" altLang="ja-JP" sz="1400" dirty="0">
              <a:solidFill>
                <a:srgbClr val="000000"/>
              </a:solidFill>
              <a:latin typeface="Meiryo UI" panose="020B0604030504040204" pitchFamily="50" charset="-128"/>
              <a:ea typeface="Meiryo UI" panose="020B0604030504040204" pitchFamily="50" charset="-128"/>
            </a:endParaRPr>
          </a:p>
          <a:p>
            <a:pPr marL="685800" lvl="1" indent="-228600" fontAlgn="base">
              <a:spcBef>
                <a:spcPct val="0"/>
              </a:spcBef>
              <a:spcAft>
                <a:spcPct val="0"/>
              </a:spcAft>
              <a:buFont typeface="+mj-ea"/>
              <a:buAutoNum type="circleNumDbPlain"/>
            </a:pPr>
            <a:endParaRPr lang="en-US" altLang="ja-JP" sz="1400" dirty="0">
              <a:solidFill>
                <a:srgbClr val="000000"/>
              </a:solidFill>
              <a:latin typeface="Meiryo UI" panose="020B0604030504040204" pitchFamily="50" charset="-128"/>
              <a:ea typeface="Meiryo UI" panose="020B0604030504040204" pitchFamily="50" charset="-128"/>
            </a:endParaRPr>
          </a:p>
          <a:p>
            <a:pPr marL="0" lvl="1" fontAlgn="base">
              <a:spcBef>
                <a:spcPct val="0"/>
              </a:spcBef>
              <a:spcAft>
                <a:spcPct val="0"/>
              </a:spcAft>
            </a:pPr>
            <a:endParaRPr lang="en-US" altLang="ja-JP" sz="1400" dirty="0">
              <a:solidFill>
                <a:srgbClr val="000000"/>
              </a:solidFill>
              <a:latin typeface="Meiryo UI" panose="020B0604030504040204" pitchFamily="50" charset="-128"/>
              <a:ea typeface="Meiryo UI" panose="020B0604030504040204" pitchFamily="50" charset="-128"/>
            </a:endParaRPr>
          </a:p>
          <a:p>
            <a:pPr marL="0" lvl="1" fontAlgn="base">
              <a:spcBef>
                <a:spcPct val="0"/>
              </a:spcBef>
              <a:spcAft>
                <a:spcPct val="0"/>
              </a:spcAft>
            </a:pPr>
            <a:endParaRPr lang="en-US" altLang="ja-JP" sz="1400" dirty="0">
              <a:solidFill>
                <a:srgbClr val="000000"/>
              </a:solidFill>
              <a:latin typeface="Meiryo UI" panose="020B0604030504040204" pitchFamily="50" charset="-128"/>
              <a:ea typeface="Meiryo UI" panose="020B0604030504040204" pitchFamily="50" charset="-128"/>
            </a:endParaRPr>
          </a:p>
          <a:p>
            <a:pPr marL="0" lvl="1" fontAlgn="base">
              <a:spcBef>
                <a:spcPct val="0"/>
              </a:spcBef>
              <a:spcAft>
                <a:spcPct val="0"/>
              </a:spcAft>
            </a:pPr>
            <a:endParaRPr lang="en-US" altLang="ja-JP" sz="1400" dirty="0">
              <a:solidFill>
                <a:srgbClr val="000000"/>
              </a:solidFill>
              <a:latin typeface="Meiryo UI" panose="020B0604030504040204" pitchFamily="50" charset="-128"/>
              <a:ea typeface="Meiryo UI" panose="020B0604030504040204" pitchFamily="50" charset="-128"/>
            </a:endParaRPr>
          </a:p>
          <a:p>
            <a:pPr marL="0" lvl="1" fontAlgn="base">
              <a:spcBef>
                <a:spcPct val="0"/>
              </a:spcBef>
              <a:spcAft>
                <a:spcPct val="0"/>
              </a:spcAft>
            </a:pPr>
            <a:endParaRPr lang="en-US" altLang="ja-JP" sz="1400" dirty="0">
              <a:solidFill>
                <a:srgbClr val="000000"/>
              </a:solidFill>
              <a:latin typeface="Meiryo UI" panose="020B0604030504040204" pitchFamily="50" charset="-128"/>
              <a:ea typeface="Meiryo UI" panose="020B0604030504040204" pitchFamily="50" charset="-128"/>
            </a:endParaRPr>
          </a:p>
          <a:p>
            <a:pPr marL="0" lvl="1" fontAlgn="base">
              <a:spcBef>
                <a:spcPct val="0"/>
              </a:spcBef>
              <a:spcAft>
                <a:spcPct val="0"/>
              </a:spcAft>
            </a:pPr>
            <a:endParaRPr lang="en-US" altLang="ja-JP" sz="1400" dirty="0">
              <a:solidFill>
                <a:srgbClr val="000000"/>
              </a:solidFill>
              <a:latin typeface="Meiryo UI" panose="020B0604030504040204" pitchFamily="50" charset="-128"/>
              <a:ea typeface="Meiryo UI" panose="020B0604030504040204" pitchFamily="50" charset="-128"/>
            </a:endParaRPr>
          </a:p>
          <a:p>
            <a:pPr marL="0" lvl="1" fontAlgn="base">
              <a:spcBef>
                <a:spcPct val="0"/>
              </a:spcBef>
              <a:spcAft>
                <a:spcPct val="0"/>
              </a:spcAft>
            </a:pPr>
            <a:endParaRPr lang="en-US" altLang="ja-JP" sz="1400" dirty="0">
              <a:solidFill>
                <a:srgbClr val="000000"/>
              </a:solidFill>
              <a:latin typeface="Meiryo UI" panose="020B0604030504040204" pitchFamily="50" charset="-128"/>
              <a:ea typeface="Meiryo UI" panose="020B0604030504040204" pitchFamily="50" charset="-128"/>
            </a:endParaRPr>
          </a:p>
          <a:p>
            <a:pPr marL="9525" lvl="1" fontAlgn="base">
              <a:spcAft>
                <a:spcPct val="0"/>
              </a:spcAft>
              <a:defRPr/>
            </a:pPr>
            <a:r>
              <a:rPr lang="en" altLang="en-US" sz="1400" dirty="0">
                <a:solidFill>
                  <a:prstClr val="black"/>
                </a:solidFill>
                <a:latin typeface="Meiryo UI"/>
                <a:ea typeface="Meiryo UI"/>
              </a:rPr>
              <a:t>Versions consist of versions, revisions, and modifications, and connect versions and revisions with periods. There is no limit to the number of digits for each.</a:t>
            </a:r>
          </a:p>
          <a:p>
            <a:pPr marL="9525" lvl="1" fontAlgn="base">
              <a:spcAft>
                <a:spcPct val="0"/>
              </a:spcAft>
              <a:defRPr/>
            </a:pPr>
            <a:r>
              <a:rPr lang="en" altLang="en-US" sz="1400" dirty="0">
                <a:solidFill>
                  <a:prstClr val="black"/>
                </a:solidFill>
                <a:latin typeface="Meiryo UI"/>
                <a:ea typeface="Meiryo UI"/>
              </a:rPr>
              <a:t>The policy is to fix the version in principle 1. (2 when the next project of the ALFA project is started after the service in. ）</a:t>
            </a:r>
            <a:endParaRPr lang="en-US" altLang="ja-JP" sz="1400" dirty="0">
              <a:solidFill>
                <a:prstClr val="black"/>
              </a:solidFill>
              <a:latin typeface="Meiryo UI"/>
              <a:ea typeface="Meiryo UI"/>
            </a:endParaRPr>
          </a:p>
          <a:p>
            <a:pPr marL="9525" lvl="1" fontAlgn="base">
              <a:spcAft>
                <a:spcPct val="0"/>
              </a:spcAft>
              <a:defRPr/>
            </a:pPr>
            <a:r>
              <a:rPr lang="en" altLang="en-US" sz="1400" dirty="0">
                <a:solidFill>
                  <a:prstClr val="black"/>
                </a:solidFill>
                <a:latin typeface="Meiryo UI"/>
                <a:ea typeface="Meiryo UI"/>
              </a:rPr>
              <a:t>Revisions are counted when essential content changes, such as specification changes.</a:t>
            </a:r>
          </a:p>
          <a:p>
            <a:pPr marL="9525" lvl="1" fontAlgn="base">
              <a:spcAft>
                <a:spcPct val="0"/>
              </a:spcAft>
              <a:defRPr/>
            </a:pPr>
            <a:r>
              <a:rPr lang="en" altLang="en-US" sz="1400" dirty="0">
                <a:solidFill>
                  <a:prstClr val="black"/>
                </a:solidFill>
                <a:latin typeface="Meiryo UI"/>
                <a:ea typeface="Meiryo UI"/>
              </a:rPr>
              <a:t>Modifications count up to non-essential corrections, such as correcting typos in comments.</a:t>
            </a:r>
          </a:p>
        </p:txBody>
      </p:sp>
      <p:sp>
        <p:nvSpPr>
          <p:cNvPr id="9" name="テキスト ボックス 8">
            <a:extLst>
              <a:ext uri="{FF2B5EF4-FFF2-40B4-BE49-F238E27FC236}">
                <a16:creationId xmlns:a16="http://schemas.microsoft.com/office/drawing/2014/main" id="{4F994F3F-9B66-031E-0787-26D61D8794EF}"/>
              </a:ext>
            </a:extLst>
          </p:cNvPr>
          <p:cNvSpPr txBox="1"/>
          <p:nvPr/>
        </p:nvSpPr>
        <p:spPr>
          <a:xfrm>
            <a:off x="578120" y="339777"/>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 altLang="ja-JP" sz="2800" b="1" i="0" u="none" strike="noStrike" kern="1200" cap="none" spc="0" normalizeH="0" baseline="0" noProof="0" dirty="0">
                <a:ln>
                  <a:noFill/>
                </a:ln>
                <a:solidFill>
                  <a:prstClr val="black"/>
                </a:solidFill>
                <a:effectLst/>
                <a:uLnTx/>
                <a:uFillTx/>
                <a:latin typeface="Meiryo UI" panose="020B0604030504040204" pitchFamily="34" charset="-128"/>
                <a:ea typeface="Meiryo UI" panose="020B0604030504040204" pitchFamily="34" charset="-128"/>
                <a:cs typeface="Meiryo" charset="-128"/>
              </a:rPr>
              <a:t>3. Changelog</a:t>
            </a:r>
            <a:endParaRPr kumimoji="1" lang="en-US" altLang="ja-JP" sz="2800" b="1" i="0" u="none" strike="noStrike" kern="1200" cap="none" spc="0" normalizeH="0" baseline="0" noProof="0" dirty="0">
              <a:ln>
                <a:noFill/>
              </a:ln>
              <a:solidFill>
                <a:prstClr val="black"/>
              </a:solidFill>
              <a:effectLst/>
              <a:uLnTx/>
              <a:uFillTx/>
              <a:latin typeface="Meiryo UI" panose="020B0604030504040204" pitchFamily="34" charset="-128"/>
              <a:ea typeface="Meiryo UI" panose="020B0604030504040204" pitchFamily="34" charset="-128"/>
              <a:cs typeface="Meiryo" charset="-128"/>
            </a:endParaRPr>
          </a:p>
        </p:txBody>
      </p:sp>
      <p:sp>
        <p:nvSpPr>
          <p:cNvPr id="3" name="スライド番号プレースホルダー 7">
            <a:extLst>
              <a:ext uri="{FF2B5EF4-FFF2-40B4-BE49-F238E27FC236}">
                <a16:creationId xmlns:a16="http://schemas.microsoft.com/office/drawing/2014/main" id="{85458B1F-5084-B370-0929-37FC3AE54BC6}"/>
              </a:ext>
            </a:extLst>
          </p:cNvPr>
          <p:cNvSpPr>
            <a:spLocks noGrp="1"/>
          </p:cNvSpPr>
          <p:nvPr>
            <p:ph type="sldNum" sz="quarter" idx="12"/>
          </p:nvPr>
        </p:nvSpPr>
        <p:spPr>
          <a:xfrm>
            <a:off x="11700612" y="6555295"/>
            <a:ext cx="403860" cy="30270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2" name="メモ 10">
            <a:extLst>
              <a:ext uri="{FF2B5EF4-FFF2-40B4-BE49-F238E27FC236}">
                <a16:creationId xmlns:a16="http://schemas.microsoft.com/office/drawing/2014/main" id="{DA00CEB9-C787-18BF-84E2-3523012E9F70}"/>
              </a:ext>
            </a:extLst>
          </p:cNvPr>
          <p:cNvSpPr/>
          <p:nvPr/>
        </p:nvSpPr>
        <p:spPr bwMode="auto">
          <a:xfrm>
            <a:off x="1145677" y="1906089"/>
            <a:ext cx="6388501" cy="2312624"/>
          </a:xfrm>
          <a:prstGeom prst="foldedCorner">
            <a:avLst>
              <a:gd name="adj" fmla="val 0"/>
            </a:avLst>
          </a:prstGeom>
          <a:solidFill>
            <a:schemeClr val="bg1"/>
          </a:solidFill>
          <a:ln w="12700" cap="flat" cmpd="sng" algn="ctr">
            <a:solidFill>
              <a:srgbClr val="7F7F7F"/>
            </a:solidFill>
            <a:prstDash val="solid"/>
            <a:round/>
            <a:headEnd type="none" w="med" len="med"/>
            <a:tailEnd type="none" w="med" len="med"/>
          </a:ln>
          <a:effectLst/>
        </p:spPr>
        <p:txBody>
          <a:bodyPr vert="horz" wrap="square" lIns="96854" tIns="50364" rIns="96854" bIns="50364" numCol="1" rtlCol="0" anchor="t" anchorCtr="0" compatLnSpc="1">
            <a:prstTxWarp prst="textNoShape">
              <a:avLst/>
            </a:prstTxWarp>
          </a:bodyPr>
          <a:lstStyle/>
          <a:p>
            <a:r>
              <a:rPr lang="en" altLang="ja-JP" sz="1200" dirty="0">
                <a:latin typeface="ＭＳ ゴシック" panose="020B0609070205080204" pitchFamily="49" charset="-128"/>
                <a:ea typeface="ＭＳ ゴシック" panose="020B0609070205080204" pitchFamily="49" charset="-128"/>
              </a:rPr>
              <a:t>#------------------------------------------------------------------------------</a:t>
            </a:r>
          </a:p>
          <a:p>
            <a:r>
              <a:rPr lang="en" altLang="ja-JP" sz="1200" dirty="0">
                <a:latin typeface="ＭＳ ゴシック" panose="020B0609070205080204" pitchFamily="49" charset="-128"/>
                <a:ea typeface="ＭＳ ゴシック" panose="020B0609070205080204" pitchFamily="49" charset="-128"/>
              </a:rPr>
              <a:t># Name     : main.sh</a:t>
            </a:r>
          </a:p>
          <a:p>
            <a:pPr algn="l"/>
            <a:r>
              <a:rPr lang="en" altLang="ja-JP" sz="1200" dirty="0">
                <a:latin typeface="ＭＳ ゴシック" panose="020B0609070205080204" pitchFamily="49" charset="-128"/>
                <a:ea typeface="ＭＳ ゴシック" panose="020B0609070205080204" pitchFamily="49" charset="-128"/>
              </a:rPr>
              <a:t># Function : ERP Cloud Common Function Startup Process</a:t>
            </a:r>
            <a:endParaRPr lang="en-US" altLang="ja-JP" sz="1200" dirty="0">
              <a:latin typeface="ＭＳ ゴシック" panose="020B0609070205080204" pitchFamily="49" charset="-128"/>
              <a:ea typeface="ＭＳ ゴシック" panose="020B0609070205080204" pitchFamily="49" charset="-128"/>
            </a:endParaRPr>
          </a:p>
          <a:p>
            <a:pPr algn="l"/>
            <a:r>
              <a:rPr lang="en" altLang="ja-JP" sz="1200" dirty="0">
                <a:latin typeface="ＭＳ ゴシック" panose="020B0609070205080204" pitchFamily="49" charset="-128"/>
                <a:ea typeface="ＭＳ ゴシック" panose="020B0609070205080204" pitchFamily="49" charset="-128"/>
              </a:rPr>
              <a:t># Argument : JP1 Job ID</a:t>
            </a:r>
            <a:endParaRPr lang="ja-JP" altLang="en-US" sz="1200" dirty="0">
              <a:latin typeface="ＭＳ ゴシック" panose="020B0609070205080204" pitchFamily="49" charset="-128"/>
              <a:ea typeface="ＭＳ ゴシック" panose="020B0609070205080204" pitchFamily="49" charset="-128"/>
            </a:endParaRPr>
          </a:p>
          <a:p>
            <a:pPr algn="l"/>
            <a:r>
              <a:rPr lang="en" altLang="ja-JP" sz="1200" dirty="0">
                <a:latin typeface="ＭＳ ゴシック" panose="020B0609070205080204" pitchFamily="49" charset="-128"/>
                <a:ea typeface="ＭＳ ゴシック" panose="020B0609070205080204" pitchFamily="49" charset="-128"/>
              </a:rPr>
              <a:t># Returns  : 1 Result 0: Normal, 1: Warning, 8: Abnormal</a:t>
            </a:r>
          </a:p>
          <a:p>
            <a:pPr algn="l"/>
            <a:r>
              <a:rPr lang="en" altLang="ja-JP" sz="1200" dirty="0">
                <a:latin typeface="ＭＳ ゴシック" panose="020B0609070205080204" pitchFamily="49" charset="-128"/>
                <a:ea typeface="ＭＳ ゴシック" panose="020B0609070205080204" pitchFamily="49" charset="-128"/>
              </a:rPr>
              <a:t>#          : XXXX</a:t>
            </a:r>
          </a:p>
          <a:p>
            <a:r>
              <a:rPr lang="en" altLang="ja-JP" sz="1200" dirty="0">
                <a:latin typeface="ＭＳ ゴシック" panose="020B0609070205080204" pitchFamily="49" charset="-128"/>
                <a:ea typeface="ＭＳ ゴシック" panose="020B0609070205080204" pitchFamily="49" charset="-128"/>
              </a:rPr>
              <a:t># Changelog:</a:t>
            </a:r>
          </a:p>
          <a:p>
            <a:r>
              <a:rPr lang="en" altLang="ja-JP" sz="1200" dirty="0">
                <a:latin typeface="ＭＳ ゴシック" panose="020B0609070205080204" pitchFamily="49" charset="-128"/>
                <a:ea typeface="ＭＳ ゴシック" panose="020B0609070205080204" pitchFamily="49" charset="-128"/>
              </a:rPr>
              <a:t>#   1.00 2025/05/31 IBM XX First Edition</a:t>
            </a:r>
            <a:endParaRPr lang="ja-JP" altLang="en-US" sz="1200" dirty="0">
              <a:latin typeface="ＭＳ ゴシック" panose="020B0609070205080204" pitchFamily="49" charset="-128"/>
              <a:ea typeface="ＭＳ ゴシック" panose="020B0609070205080204" pitchFamily="49" charset="-128"/>
            </a:endParaRPr>
          </a:p>
          <a:p>
            <a:pPr algn="l"/>
            <a:r>
              <a:rPr lang="en" altLang="ja-JP" sz="1200" dirty="0">
                <a:latin typeface="ＭＳ ゴシック" panose="020B0609070205080204" pitchFamily="49" charset="-128"/>
                <a:ea typeface="ＭＳ ゴシック" panose="020B0609070205080204" pitchFamily="49" charset="-128"/>
              </a:rPr>
              <a:t># Changelog (in development):</a:t>
            </a:r>
          </a:p>
          <a:p>
            <a:pPr algn="l"/>
            <a:r>
              <a:rPr lang="en" altLang="ja-JP" sz="1200" dirty="0">
                <a:latin typeface="ＭＳ ゴシック" panose="020B0609070205080204" pitchFamily="49" charset="-128"/>
                <a:ea typeface="ＭＳ ゴシック" panose="020B0609070205080204" pitchFamily="49" charset="-128"/>
              </a:rPr>
              <a:t>#   1.00 2025/12/01 IBM XX First Edition</a:t>
            </a:r>
            <a:endParaRPr lang="en-US" altLang="ja-JP" sz="1200" dirty="0">
              <a:latin typeface="ＭＳ ゴシック" panose="020B0609070205080204" pitchFamily="49" charset="-128"/>
              <a:ea typeface="ＭＳ ゴシック" panose="020B0609070205080204" pitchFamily="49" charset="-128"/>
            </a:endParaRPr>
          </a:p>
          <a:p>
            <a:pPr algn="l"/>
            <a:r>
              <a:rPr lang="en" altLang="ja-JP" sz="1200" dirty="0">
                <a:latin typeface="ＭＳ ゴシック" panose="020B0609070205080204" pitchFamily="49" charset="-128"/>
                <a:ea typeface="ＭＳ ゴシック" panose="020B0609070205080204" pitchFamily="49" charset="-128"/>
              </a:rPr>
              <a:t>#   1.10 2025/12/20 IBM XX XXXXXX</a:t>
            </a:r>
            <a:endParaRPr lang="ja-JP" altLang="en-US" sz="1200" dirty="0">
              <a:latin typeface="ＭＳ ゴシック" panose="020B0609070205080204" pitchFamily="49" charset="-128"/>
              <a:ea typeface="ＭＳ ゴシック" panose="020B0609070205080204" pitchFamily="49" charset="-128"/>
            </a:endParaRPr>
          </a:p>
          <a:p>
            <a:r>
              <a:rPr lang="en" altLang="ja-JP" sz="1200" dirty="0">
                <a:latin typeface="ＭＳ ゴシック" panose="020B0609070205080204" pitchFamily="49" charset="-128"/>
                <a:ea typeface="ＭＳ ゴシック" panose="020B0609070205080204" pitchFamily="49" charset="-128"/>
              </a:rPr>
              <a:t>#------------------------------------------------------------------------------</a:t>
            </a:r>
          </a:p>
        </p:txBody>
      </p:sp>
      <p:sp>
        <p:nvSpPr>
          <p:cNvPr id="17" name="Text Box 11">
            <a:extLst>
              <a:ext uri="{FF2B5EF4-FFF2-40B4-BE49-F238E27FC236}">
                <a16:creationId xmlns:a16="http://schemas.microsoft.com/office/drawing/2014/main" id="{E6A14570-1BDB-38D4-6243-158972616977}"/>
              </a:ext>
            </a:extLst>
          </p:cNvPr>
          <p:cNvSpPr txBox="1">
            <a:spLocks noChangeArrowheads="1"/>
          </p:cNvSpPr>
          <p:nvPr/>
        </p:nvSpPr>
        <p:spPr bwMode="auto">
          <a:xfrm>
            <a:off x="1331498" y="5802156"/>
            <a:ext cx="406800" cy="406800"/>
          </a:xfrm>
          <a:prstGeom prst="rect">
            <a:avLst/>
          </a:prstGeom>
          <a:solidFill>
            <a:srgbClr val="002060"/>
          </a:solidFill>
          <a:ln w="9525" algn="ctr">
            <a:solidFill>
              <a:srgbClr val="000000">
                <a:lumMod val="50000"/>
                <a:lumOff val="50000"/>
              </a:srgbClr>
            </a:solidFill>
            <a:miter lim="800000"/>
            <a:headEnd/>
            <a:tailEnd/>
          </a:ln>
        </p:spPr>
        <p:txBody>
          <a:bodyPr anchor="ctr"/>
          <a:lstStyle>
            <a:lvl1pPr marL="544513" indent="-544513" defTabSz="957263">
              <a:spcBef>
                <a:spcPct val="50000"/>
              </a:spcBef>
              <a:buClr>
                <a:schemeClr val="tx1"/>
              </a:buClr>
              <a:buFont typeface="Wingdings" panose="05000000000000000000" pitchFamily="2" charset="2"/>
              <a:buChar char="§"/>
              <a:defRPr sz="1200">
                <a:solidFill>
                  <a:schemeClr val="tx1"/>
                </a:solidFill>
                <a:latin typeface="ＭＳ Ｐゴシック" panose="020B0600070205080204" pitchFamily="50" charset="-128"/>
                <a:ea typeface="ＭＳ Ｐゴシック" panose="020B0600070205080204" pitchFamily="50" charset="-128"/>
              </a:defRPr>
            </a:lvl1pPr>
            <a:lvl2pPr marL="742950" indent="-285750" defTabSz="957263">
              <a:buClr>
                <a:schemeClr val="tx1"/>
              </a:buClr>
              <a:buFont typeface="Arial" panose="020B0604020202020204" pitchFamily="34" charset="0"/>
              <a:buChar char="–"/>
              <a:defRPr sz="1200">
                <a:solidFill>
                  <a:schemeClr val="tx1"/>
                </a:solidFill>
                <a:latin typeface="ＭＳ Ｐゴシック" panose="020B0600070205080204" pitchFamily="50" charset="-128"/>
                <a:ea typeface="ＭＳ Ｐゴシック" panose="020B0600070205080204" pitchFamily="50" charset="-128"/>
              </a:defRPr>
            </a:lvl2pPr>
            <a:lvl3pPr marL="1143000" indent="-228600" defTabSz="957263">
              <a:buClr>
                <a:schemeClr val="tx1"/>
              </a:buClr>
              <a:buChar char="•"/>
              <a:defRPr sz="1200">
                <a:solidFill>
                  <a:schemeClr val="tx1"/>
                </a:solidFill>
                <a:latin typeface="ＭＳ Ｐゴシック" panose="020B0600070205080204" pitchFamily="50" charset="-128"/>
                <a:ea typeface="ＭＳ Ｐゴシック" panose="020B0600070205080204" pitchFamily="50" charset="-128"/>
              </a:defRPr>
            </a:lvl3pPr>
            <a:lvl4pPr marL="1600200" indent="-228600" defTabSz="957263">
              <a:spcBef>
                <a:spcPct val="20000"/>
              </a:spcBef>
              <a:buClr>
                <a:schemeClr val="bg1"/>
              </a:buClr>
              <a:defRPr sz="1600">
                <a:solidFill>
                  <a:schemeClr val="bg1"/>
                </a:solidFill>
                <a:latin typeface="Arial" panose="020B0604020202020204" pitchFamily="34" charset="0"/>
                <a:ea typeface="ＭＳ Ｐゴシック" panose="020B0600070205080204" pitchFamily="50" charset="-128"/>
              </a:defRPr>
            </a:lvl4pPr>
            <a:lvl5pPr marL="2057400" indent="-228600" defTabSz="957263">
              <a:spcBef>
                <a:spcPct val="20000"/>
              </a:spcBef>
              <a:buClr>
                <a:schemeClr val="bg1"/>
              </a:buClr>
              <a:buChar char="»"/>
              <a:defRPr sz="1600">
                <a:solidFill>
                  <a:schemeClr val="bg1"/>
                </a:solidFill>
                <a:latin typeface="Arial" panose="020B0604020202020204" pitchFamily="34" charset="0"/>
                <a:ea typeface="ＭＳ Ｐゴシック" panose="020B0600070205080204" pitchFamily="50" charset="-128"/>
              </a:defRPr>
            </a:lvl5pPr>
            <a:lvl6pPr marL="25146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6pPr>
            <a:lvl7pPr marL="29718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7pPr>
            <a:lvl8pPr marL="34290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8pPr>
            <a:lvl9pPr marL="38862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9pPr>
          </a:lstStyle>
          <a:p>
            <a:pPr marL="544513" marR="0" lvl="0" indent="-544513" algn="ctr" defTabSz="957263" eaLnBrk="1" fontAlgn="base" latinLnBrk="0" hangingPunct="1">
              <a:lnSpc>
                <a:spcPct val="94000"/>
              </a:lnSpc>
              <a:spcBef>
                <a:spcPct val="50000"/>
              </a:spcBef>
              <a:spcAft>
                <a:spcPct val="0"/>
              </a:spcAft>
              <a:buClr>
                <a:srgbClr val="000000"/>
              </a:buClr>
              <a:buSzTx/>
              <a:buFont typeface="Wingdings" panose="05000000000000000000" pitchFamily="2" charset="2"/>
              <a:buNone/>
              <a:tabLst/>
              <a:defRPr/>
            </a:pPr>
            <a:r>
              <a:rPr kumimoji="0" lang="en" altLang="en-US" sz="1800" b="0" i="0" u="none" strike="noStrike" kern="0" cap="none" spc="0" normalizeH="0" baseline="0" noProof="0">
                <a:ln>
                  <a:noFill/>
                </a:ln>
                <a:solidFill>
                  <a:srgbClr val="FFFFFF"/>
                </a:solidFill>
                <a:effectLst/>
                <a:uLnTx/>
                <a:uFillTx/>
                <a:latin typeface="Meiryo UI"/>
                <a:ea typeface="Meiryo UI"/>
              </a:rPr>
              <a:t>１</a:t>
            </a:r>
            <a:endParaRPr kumimoji="0" lang="ja-JP" altLang="en-US" sz="1800" b="0" i="0" u="none" strike="noStrike" kern="0" cap="none" spc="0" normalizeH="0" baseline="0" noProof="0" dirty="0">
              <a:ln>
                <a:noFill/>
              </a:ln>
              <a:solidFill>
                <a:srgbClr val="FFFFFF"/>
              </a:solidFill>
              <a:effectLst/>
              <a:uLnTx/>
              <a:uFillTx/>
              <a:latin typeface="Meiryo UI"/>
              <a:ea typeface="Meiryo UI"/>
            </a:endParaRPr>
          </a:p>
        </p:txBody>
      </p:sp>
      <p:sp>
        <p:nvSpPr>
          <p:cNvPr id="18" name="Text Box 11">
            <a:extLst>
              <a:ext uri="{FF2B5EF4-FFF2-40B4-BE49-F238E27FC236}">
                <a16:creationId xmlns:a16="http://schemas.microsoft.com/office/drawing/2014/main" id="{544896D2-C8F5-CDD2-8CD0-9368101DEB63}"/>
              </a:ext>
            </a:extLst>
          </p:cNvPr>
          <p:cNvSpPr txBox="1">
            <a:spLocks noChangeArrowheads="1"/>
          </p:cNvSpPr>
          <p:nvPr/>
        </p:nvSpPr>
        <p:spPr bwMode="auto">
          <a:xfrm>
            <a:off x="2404219" y="5802156"/>
            <a:ext cx="406800" cy="406800"/>
          </a:xfrm>
          <a:prstGeom prst="rect">
            <a:avLst/>
          </a:prstGeom>
          <a:solidFill>
            <a:srgbClr val="DDDDDD"/>
          </a:solidFill>
          <a:ln w="9525" algn="ctr">
            <a:solidFill>
              <a:srgbClr val="000000">
                <a:lumMod val="50000"/>
                <a:lumOff val="50000"/>
              </a:srgbClr>
            </a:solidFill>
            <a:miter lim="800000"/>
            <a:headEnd/>
            <a:tailEnd/>
          </a:ln>
        </p:spPr>
        <p:txBody>
          <a:bodyPr anchor="ctr"/>
          <a:lstStyle>
            <a:lvl1pPr marL="544513" indent="-544513" defTabSz="957263">
              <a:spcBef>
                <a:spcPct val="50000"/>
              </a:spcBef>
              <a:buClr>
                <a:schemeClr val="tx1"/>
              </a:buClr>
              <a:buFont typeface="Wingdings" panose="05000000000000000000" pitchFamily="2" charset="2"/>
              <a:buChar char="§"/>
              <a:defRPr sz="1200">
                <a:solidFill>
                  <a:schemeClr val="tx1"/>
                </a:solidFill>
                <a:latin typeface="ＭＳ Ｐゴシック" panose="020B0600070205080204" pitchFamily="50" charset="-128"/>
                <a:ea typeface="ＭＳ Ｐゴシック" panose="020B0600070205080204" pitchFamily="50" charset="-128"/>
              </a:defRPr>
            </a:lvl1pPr>
            <a:lvl2pPr marL="742950" indent="-285750" defTabSz="957263">
              <a:buClr>
                <a:schemeClr val="tx1"/>
              </a:buClr>
              <a:buFont typeface="Arial" panose="020B0604020202020204" pitchFamily="34" charset="0"/>
              <a:buChar char="–"/>
              <a:defRPr sz="1200">
                <a:solidFill>
                  <a:schemeClr val="tx1"/>
                </a:solidFill>
                <a:latin typeface="ＭＳ Ｐゴシック" panose="020B0600070205080204" pitchFamily="50" charset="-128"/>
                <a:ea typeface="ＭＳ Ｐゴシック" panose="020B0600070205080204" pitchFamily="50" charset="-128"/>
              </a:defRPr>
            </a:lvl2pPr>
            <a:lvl3pPr marL="1143000" indent="-228600" defTabSz="957263">
              <a:buClr>
                <a:schemeClr val="tx1"/>
              </a:buClr>
              <a:buChar char="•"/>
              <a:defRPr sz="1200">
                <a:solidFill>
                  <a:schemeClr val="tx1"/>
                </a:solidFill>
                <a:latin typeface="ＭＳ Ｐゴシック" panose="020B0600070205080204" pitchFamily="50" charset="-128"/>
                <a:ea typeface="ＭＳ Ｐゴシック" panose="020B0600070205080204" pitchFamily="50" charset="-128"/>
              </a:defRPr>
            </a:lvl3pPr>
            <a:lvl4pPr marL="1600200" indent="-228600" defTabSz="957263">
              <a:spcBef>
                <a:spcPct val="20000"/>
              </a:spcBef>
              <a:buClr>
                <a:schemeClr val="bg1"/>
              </a:buClr>
              <a:defRPr sz="1600">
                <a:solidFill>
                  <a:schemeClr val="bg1"/>
                </a:solidFill>
                <a:latin typeface="Arial" panose="020B0604020202020204" pitchFamily="34" charset="0"/>
                <a:ea typeface="ＭＳ Ｐゴシック" panose="020B0600070205080204" pitchFamily="50" charset="-128"/>
              </a:defRPr>
            </a:lvl4pPr>
            <a:lvl5pPr marL="2057400" indent="-228600" defTabSz="957263">
              <a:spcBef>
                <a:spcPct val="20000"/>
              </a:spcBef>
              <a:buClr>
                <a:schemeClr val="bg1"/>
              </a:buClr>
              <a:buChar char="»"/>
              <a:defRPr sz="1600">
                <a:solidFill>
                  <a:schemeClr val="bg1"/>
                </a:solidFill>
                <a:latin typeface="Arial" panose="020B0604020202020204" pitchFamily="34" charset="0"/>
                <a:ea typeface="ＭＳ Ｐゴシック" panose="020B0600070205080204" pitchFamily="50" charset="-128"/>
              </a:defRPr>
            </a:lvl5pPr>
            <a:lvl6pPr marL="25146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6pPr>
            <a:lvl7pPr marL="29718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7pPr>
            <a:lvl8pPr marL="34290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8pPr>
            <a:lvl9pPr marL="38862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9pPr>
          </a:lstStyle>
          <a:p>
            <a:pPr marL="544513" marR="0" lvl="0" indent="-544513" algn="ctr" defTabSz="957263" eaLnBrk="1" fontAlgn="base" latinLnBrk="0" hangingPunct="1">
              <a:lnSpc>
                <a:spcPct val="94000"/>
              </a:lnSpc>
              <a:spcBef>
                <a:spcPct val="50000"/>
              </a:spcBef>
              <a:spcAft>
                <a:spcPct val="0"/>
              </a:spcAft>
              <a:buClr>
                <a:srgbClr val="000000"/>
              </a:buClr>
              <a:buSzTx/>
              <a:buFont typeface="Wingdings" panose="05000000000000000000" pitchFamily="2" charset="2"/>
              <a:buNone/>
              <a:tabLst/>
              <a:defRPr/>
            </a:pPr>
            <a:r>
              <a:rPr kumimoji="0" lang="en" altLang="ja-JP" sz="1800" b="0" i="0" u="none" strike="noStrike" kern="0" cap="none" spc="0" normalizeH="0" baseline="0" noProof="0" dirty="0">
                <a:ln>
                  <a:noFill/>
                </a:ln>
                <a:solidFill>
                  <a:srgbClr val="000000"/>
                </a:solidFill>
                <a:effectLst/>
                <a:uLnTx/>
                <a:uFillTx/>
                <a:latin typeface="Meiryo UI"/>
                <a:ea typeface="Meiryo UI"/>
              </a:rPr>
              <a:t>.</a:t>
            </a:r>
            <a:endParaRPr kumimoji="0" lang="ja-JP" altLang="en-US" sz="1800" b="0" i="0" u="none" strike="noStrike" kern="0" cap="none" spc="0" normalizeH="0" baseline="0" noProof="0" dirty="0">
              <a:ln>
                <a:noFill/>
              </a:ln>
              <a:solidFill>
                <a:srgbClr val="000000"/>
              </a:solidFill>
              <a:effectLst/>
              <a:uLnTx/>
              <a:uFillTx/>
              <a:latin typeface="Meiryo UI"/>
              <a:ea typeface="Meiryo UI"/>
            </a:endParaRPr>
          </a:p>
        </p:txBody>
      </p:sp>
      <p:sp>
        <p:nvSpPr>
          <p:cNvPr id="19" name="Text Box 11">
            <a:extLst>
              <a:ext uri="{FF2B5EF4-FFF2-40B4-BE49-F238E27FC236}">
                <a16:creationId xmlns:a16="http://schemas.microsoft.com/office/drawing/2014/main" id="{FE8D1923-0EEA-8E5A-BD94-6172E1DAE894}"/>
              </a:ext>
            </a:extLst>
          </p:cNvPr>
          <p:cNvSpPr txBox="1">
            <a:spLocks noChangeArrowheads="1"/>
          </p:cNvSpPr>
          <p:nvPr/>
        </p:nvSpPr>
        <p:spPr bwMode="auto">
          <a:xfrm>
            <a:off x="3459007" y="5802156"/>
            <a:ext cx="406800" cy="406800"/>
          </a:xfrm>
          <a:prstGeom prst="rect">
            <a:avLst/>
          </a:prstGeom>
          <a:solidFill>
            <a:srgbClr val="376092"/>
          </a:solidFill>
          <a:ln w="9525" algn="ctr">
            <a:solidFill>
              <a:srgbClr val="376092"/>
            </a:solidFill>
            <a:miter lim="800000"/>
            <a:headEnd/>
            <a:tailEnd/>
          </a:ln>
        </p:spPr>
        <p:txBody>
          <a:bodyPr anchor="ctr"/>
          <a:lstStyle>
            <a:lvl1pPr marL="544513" indent="-544513" defTabSz="957263">
              <a:spcBef>
                <a:spcPct val="50000"/>
              </a:spcBef>
              <a:buClr>
                <a:schemeClr val="tx1"/>
              </a:buClr>
              <a:buFont typeface="Wingdings" panose="05000000000000000000" pitchFamily="2" charset="2"/>
              <a:buChar char="§"/>
              <a:defRPr sz="1200">
                <a:solidFill>
                  <a:schemeClr val="tx1"/>
                </a:solidFill>
                <a:latin typeface="ＭＳ Ｐゴシック" panose="020B0600070205080204" pitchFamily="50" charset="-128"/>
                <a:ea typeface="ＭＳ Ｐゴシック" panose="020B0600070205080204" pitchFamily="50" charset="-128"/>
              </a:defRPr>
            </a:lvl1pPr>
            <a:lvl2pPr marL="742950" indent="-285750" defTabSz="957263">
              <a:buClr>
                <a:schemeClr val="tx1"/>
              </a:buClr>
              <a:buFont typeface="Arial" panose="020B0604020202020204" pitchFamily="34" charset="0"/>
              <a:buChar char="–"/>
              <a:defRPr sz="1200">
                <a:solidFill>
                  <a:schemeClr val="tx1"/>
                </a:solidFill>
                <a:latin typeface="ＭＳ Ｐゴシック" panose="020B0600070205080204" pitchFamily="50" charset="-128"/>
                <a:ea typeface="ＭＳ Ｐゴシック" panose="020B0600070205080204" pitchFamily="50" charset="-128"/>
              </a:defRPr>
            </a:lvl2pPr>
            <a:lvl3pPr marL="1143000" indent="-228600" defTabSz="957263">
              <a:buClr>
                <a:schemeClr val="tx1"/>
              </a:buClr>
              <a:buChar char="•"/>
              <a:defRPr sz="1200">
                <a:solidFill>
                  <a:schemeClr val="tx1"/>
                </a:solidFill>
                <a:latin typeface="ＭＳ Ｐゴシック" panose="020B0600070205080204" pitchFamily="50" charset="-128"/>
                <a:ea typeface="ＭＳ Ｐゴシック" panose="020B0600070205080204" pitchFamily="50" charset="-128"/>
              </a:defRPr>
            </a:lvl3pPr>
            <a:lvl4pPr marL="1600200" indent="-228600" defTabSz="957263">
              <a:spcBef>
                <a:spcPct val="20000"/>
              </a:spcBef>
              <a:buClr>
                <a:schemeClr val="bg1"/>
              </a:buClr>
              <a:defRPr sz="1600">
                <a:solidFill>
                  <a:schemeClr val="bg1"/>
                </a:solidFill>
                <a:latin typeface="Arial" panose="020B0604020202020204" pitchFamily="34" charset="0"/>
                <a:ea typeface="ＭＳ Ｐゴシック" panose="020B0600070205080204" pitchFamily="50" charset="-128"/>
              </a:defRPr>
            </a:lvl4pPr>
            <a:lvl5pPr marL="2057400" indent="-228600" defTabSz="957263">
              <a:spcBef>
                <a:spcPct val="20000"/>
              </a:spcBef>
              <a:buClr>
                <a:schemeClr val="bg1"/>
              </a:buClr>
              <a:buChar char="»"/>
              <a:defRPr sz="1600">
                <a:solidFill>
                  <a:schemeClr val="bg1"/>
                </a:solidFill>
                <a:latin typeface="Arial" panose="020B0604020202020204" pitchFamily="34" charset="0"/>
                <a:ea typeface="ＭＳ Ｐゴシック" panose="020B0600070205080204" pitchFamily="50" charset="-128"/>
              </a:defRPr>
            </a:lvl5pPr>
            <a:lvl6pPr marL="25146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6pPr>
            <a:lvl7pPr marL="29718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7pPr>
            <a:lvl8pPr marL="34290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8pPr>
            <a:lvl9pPr marL="38862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9pPr>
          </a:lstStyle>
          <a:p>
            <a:pPr algn="ctr" fontAlgn="base">
              <a:lnSpc>
                <a:spcPct val="94000"/>
              </a:lnSpc>
              <a:spcAft>
                <a:spcPct val="0"/>
              </a:spcAft>
              <a:buClr>
                <a:srgbClr val="000000"/>
              </a:buClr>
              <a:buFont typeface="Wingdings" panose="05000000000000000000" pitchFamily="2" charset="2"/>
              <a:buNone/>
            </a:pPr>
            <a:r>
              <a:rPr lang="en" altLang="ja-JP" sz="1800" dirty="0">
                <a:solidFill>
                  <a:srgbClr val="FFFFFF"/>
                </a:solidFill>
                <a:latin typeface="Meiryo UI"/>
                <a:ea typeface="Meiryo UI"/>
              </a:rPr>
              <a:t>0</a:t>
            </a:r>
            <a:endParaRPr lang="ja-JP" altLang="en-US" sz="1800" dirty="0">
              <a:solidFill>
                <a:srgbClr val="FFFFFF"/>
              </a:solidFill>
              <a:latin typeface="Meiryo UI"/>
              <a:ea typeface="Meiryo UI"/>
            </a:endParaRPr>
          </a:p>
        </p:txBody>
      </p:sp>
      <p:sp>
        <p:nvSpPr>
          <p:cNvPr id="21" name="Text Box 11">
            <a:extLst>
              <a:ext uri="{FF2B5EF4-FFF2-40B4-BE49-F238E27FC236}">
                <a16:creationId xmlns:a16="http://schemas.microsoft.com/office/drawing/2014/main" id="{7D365DA5-A892-F8B9-CEE6-4154D9285CDC}"/>
              </a:ext>
            </a:extLst>
          </p:cNvPr>
          <p:cNvSpPr txBox="1">
            <a:spLocks noChangeArrowheads="1"/>
          </p:cNvSpPr>
          <p:nvPr/>
        </p:nvSpPr>
        <p:spPr bwMode="auto">
          <a:xfrm>
            <a:off x="4685298" y="5819427"/>
            <a:ext cx="406800" cy="406800"/>
          </a:xfrm>
          <a:prstGeom prst="rect">
            <a:avLst/>
          </a:prstGeom>
          <a:solidFill>
            <a:srgbClr val="0075BF"/>
          </a:solidFill>
          <a:ln w="9525" algn="ctr">
            <a:solidFill>
              <a:srgbClr val="000000">
                <a:lumMod val="50000"/>
                <a:lumOff val="50000"/>
              </a:srgbClr>
            </a:solidFill>
            <a:miter lim="800000"/>
            <a:headEnd/>
            <a:tailEnd/>
          </a:ln>
        </p:spPr>
        <p:txBody>
          <a:bodyPr anchor="ctr"/>
          <a:lstStyle>
            <a:lvl1pPr marL="544513" indent="-544513" defTabSz="957263">
              <a:spcBef>
                <a:spcPct val="50000"/>
              </a:spcBef>
              <a:buClr>
                <a:schemeClr val="tx1"/>
              </a:buClr>
              <a:buFont typeface="Wingdings" panose="05000000000000000000" pitchFamily="2" charset="2"/>
              <a:buChar char="§"/>
              <a:defRPr sz="1200">
                <a:solidFill>
                  <a:schemeClr val="tx1"/>
                </a:solidFill>
                <a:latin typeface="ＭＳ Ｐゴシック" panose="020B0600070205080204" pitchFamily="50" charset="-128"/>
                <a:ea typeface="ＭＳ Ｐゴシック" panose="020B0600070205080204" pitchFamily="50" charset="-128"/>
              </a:defRPr>
            </a:lvl1pPr>
            <a:lvl2pPr marL="742950" indent="-285750" defTabSz="957263">
              <a:buClr>
                <a:schemeClr val="tx1"/>
              </a:buClr>
              <a:buFont typeface="Arial" panose="020B0604020202020204" pitchFamily="34" charset="0"/>
              <a:buChar char="–"/>
              <a:defRPr sz="1200">
                <a:solidFill>
                  <a:schemeClr val="tx1"/>
                </a:solidFill>
                <a:latin typeface="ＭＳ Ｐゴシック" panose="020B0600070205080204" pitchFamily="50" charset="-128"/>
                <a:ea typeface="ＭＳ Ｐゴシック" panose="020B0600070205080204" pitchFamily="50" charset="-128"/>
              </a:defRPr>
            </a:lvl2pPr>
            <a:lvl3pPr marL="1143000" indent="-228600" defTabSz="957263">
              <a:buClr>
                <a:schemeClr val="tx1"/>
              </a:buClr>
              <a:buChar char="•"/>
              <a:defRPr sz="1200">
                <a:solidFill>
                  <a:schemeClr val="tx1"/>
                </a:solidFill>
                <a:latin typeface="ＭＳ Ｐゴシック" panose="020B0600070205080204" pitchFamily="50" charset="-128"/>
                <a:ea typeface="ＭＳ Ｐゴシック" panose="020B0600070205080204" pitchFamily="50" charset="-128"/>
              </a:defRPr>
            </a:lvl3pPr>
            <a:lvl4pPr marL="1600200" indent="-228600" defTabSz="957263">
              <a:spcBef>
                <a:spcPct val="20000"/>
              </a:spcBef>
              <a:buClr>
                <a:schemeClr val="bg1"/>
              </a:buClr>
              <a:defRPr sz="1600">
                <a:solidFill>
                  <a:schemeClr val="bg1"/>
                </a:solidFill>
                <a:latin typeface="Arial" panose="020B0604020202020204" pitchFamily="34" charset="0"/>
                <a:ea typeface="ＭＳ Ｐゴシック" panose="020B0600070205080204" pitchFamily="50" charset="-128"/>
              </a:defRPr>
            </a:lvl4pPr>
            <a:lvl5pPr marL="2057400" indent="-228600" defTabSz="957263">
              <a:spcBef>
                <a:spcPct val="20000"/>
              </a:spcBef>
              <a:buClr>
                <a:schemeClr val="bg1"/>
              </a:buClr>
              <a:buChar char="»"/>
              <a:defRPr sz="1600">
                <a:solidFill>
                  <a:schemeClr val="bg1"/>
                </a:solidFill>
                <a:latin typeface="Arial" panose="020B0604020202020204" pitchFamily="34" charset="0"/>
                <a:ea typeface="ＭＳ Ｐゴシック" panose="020B0600070205080204" pitchFamily="50" charset="-128"/>
              </a:defRPr>
            </a:lvl5pPr>
            <a:lvl6pPr marL="25146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6pPr>
            <a:lvl7pPr marL="29718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7pPr>
            <a:lvl8pPr marL="34290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8pPr>
            <a:lvl9pPr marL="3886200" indent="-228600" defTabSz="957263"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ＭＳ Ｐゴシック" panose="020B0600070205080204" pitchFamily="50" charset="-128"/>
              </a:defRPr>
            </a:lvl9pPr>
          </a:lstStyle>
          <a:p>
            <a:pPr marL="544513" marR="0" lvl="0" indent="-544513" algn="ctr" defTabSz="957263" eaLnBrk="1" fontAlgn="base" latinLnBrk="0" hangingPunct="1">
              <a:lnSpc>
                <a:spcPct val="94000"/>
              </a:lnSpc>
              <a:spcBef>
                <a:spcPct val="50000"/>
              </a:spcBef>
              <a:spcAft>
                <a:spcPct val="0"/>
              </a:spcAft>
              <a:buClr>
                <a:srgbClr val="000000"/>
              </a:buClr>
              <a:buSzTx/>
              <a:buFont typeface="Wingdings" panose="05000000000000000000" pitchFamily="2" charset="2"/>
              <a:buNone/>
              <a:tabLst/>
              <a:defRPr/>
            </a:pPr>
            <a:r>
              <a:rPr kumimoji="0" lang="en" altLang="ja-JP" sz="1800" b="0" i="0" u="none" strike="noStrike" kern="0" cap="none" spc="0" normalizeH="0" baseline="0" noProof="0" dirty="0">
                <a:ln>
                  <a:noFill/>
                </a:ln>
                <a:solidFill>
                  <a:srgbClr val="FFFFFF"/>
                </a:solidFill>
                <a:effectLst/>
                <a:uLnTx/>
                <a:uFillTx/>
                <a:latin typeface="Meiryo UI"/>
                <a:ea typeface="Meiryo UI"/>
              </a:rPr>
              <a:t>0</a:t>
            </a:r>
            <a:endParaRPr kumimoji="0" lang="ja-JP" altLang="en-US" sz="1800" b="0" i="0" u="none" strike="noStrike" kern="0" cap="none" spc="0" normalizeH="0" baseline="0" noProof="0" dirty="0">
              <a:ln>
                <a:noFill/>
              </a:ln>
              <a:solidFill>
                <a:srgbClr val="FFFFFF"/>
              </a:solidFill>
              <a:effectLst/>
              <a:uLnTx/>
              <a:uFillTx/>
              <a:latin typeface="Meiryo UI"/>
              <a:ea typeface="Meiryo UI"/>
            </a:endParaRPr>
          </a:p>
        </p:txBody>
      </p:sp>
      <p:sp>
        <p:nvSpPr>
          <p:cNvPr id="22" name="テキスト ボックス 98">
            <a:extLst>
              <a:ext uri="{FF2B5EF4-FFF2-40B4-BE49-F238E27FC236}">
                <a16:creationId xmlns:a16="http://schemas.microsoft.com/office/drawing/2014/main" id="{3A3334B4-772C-888E-1CAB-0E0B86854482}"/>
              </a:ext>
            </a:extLst>
          </p:cNvPr>
          <p:cNvSpPr txBox="1"/>
          <p:nvPr/>
        </p:nvSpPr>
        <p:spPr>
          <a:xfrm>
            <a:off x="1218648" y="5515970"/>
            <a:ext cx="806631" cy="276999"/>
          </a:xfrm>
          <a:prstGeom prst="rect">
            <a:avLst/>
          </a:prstGeom>
          <a:noFill/>
        </p:spPr>
        <p:txBody>
          <a:bodyPr wrap="none" rtlCol="0">
            <a:spAutoFit/>
          </a:bodyPr>
          <a:lstStyle/>
          <a:p>
            <a:pPr fontAlgn="base">
              <a:spcBef>
                <a:spcPct val="0"/>
              </a:spcBef>
              <a:spcAft>
                <a:spcPct val="0"/>
              </a:spcAft>
            </a:pPr>
            <a:r>
              <a:rPr lang="en" altLang="en-US" sz="1200" b="1" dirty="0">
                <a:solidFill>
                  <a:srgbClr val="002060"/>
                </a:solidFill>
                <a:latin typeface="Meiryo UI"/>
                <a:ea typeface="Meiryo UI"/>
              </a:rPr>
              <a:t>Versions</a:t>
            </a:r>
          </a:p>
        </p:txBody>
      </p:sp>
      <p:sp>
        <p:nvSpPr>
          <p:cNvPr id="23" name="テキスト ボックス 99">
            <a:extLst>
              <a:ext uri="{FF2B5EF4-FFF2-40B4-BE49-F238E27FC236}">
                <a16:creationId xmlns:a16="http://schemas.microsoft.com/office/drawing/2014/main" id="{ECDD1F77-41B9-5255-5442-1F1B693533DE}"/>
              </a:ext>
            </a:extLst>
          </p:cNvPr>
          <p:cNvSpPr txBox="1"/>
          <p:nvPr/>
        </p:nvSpPr>
        <p:spPr>
          <a:xfrm>
            <a:off x="3346157" y="5530102"/>
            <a:ext cx="755335" cy="276999"/>
          </a:xfrm>
          <a:prstGeom prst="rect">
            <a:avLst/>
          </a:prstGeom>
          <a:noFill/>
        </p:spPr>
        <p:txBody>
          <a:bodyPr wrap="none" rtlCol="0">
            <a:spAutoFit/>
          </a:bodyPr>
          <a:lstStyle/>
          <a:p>
            <a:pPr fontAlgn="base">
              <a:spcBef>
                <a:spcPct val="0"/>
              </a:spcBef>
              <a:spcAft>
                <a:spcPct val="0"/>
              </a:spcAft>
            </a:pPr>
            <a:r>
              <a:rPr lang="en" altLang="en-US" sz="1200" b="1" dirty="0">
                <a:solidFill>
                  <a:srgbClr val="376092"/>
                </a:solidFill>
                <a:latin typeface="Meiryo UI"/>
                <a:ea typeface="Meiryo UI"/>
              </a:rPr>
              <a:t>Revisions</a:t>
            </a:r>
          </a:p>
        </p:txBody>
      </p:sp>
      <p:sp>
        <p:nvSpPr>
          <p:cNvPr id="24" name="テキスト ボックス 99">
            <a:extLst>
              <a:ext uri="{FF2B5EF4-FFF2-40B4-BE49-F238E27FC236}">
                <a16:creationId xmlns:a16="http://schemas.microsoft.com/office/drawing/2014/main" id="{48E79685-CD97-39B4-0539-5A0BAD767BDF}"/>
              </a:ext>
            </a:extLst>
          </p:cNvPr>
          <p:cNvSpPr txBox="1"/>
          <p:nvPr/>
        </p:nvSpPr>
        <p:spPr>
          <a:xfrm>
            <a:off x="4336155" y="5530101"/>
            <a:ext cx="1361270" cy="276999"/>
          </a:xfrm>
          <a:prstGeom prst="rect">
            <a:avLst/>
          </a:prstGeom>
          <a:noFill/>
        </p:spPr>
        <p:txBody>
          <a:bodyPr wrap="none" rtlCol="0">
            <a:spAutoFit/>
          </a:bodyPr>
          <a:lstStyle/>
          <a:p>
            <a:pPr fontAlgn="base">
              <a:spcBef>
                <a:spcPct val="0"/>
              </a:spcBef>
              <a:spcAft>
                <a:spcPct val="0"/>
              </a:spcAft>
            </a:pPr>
            <a:r>
              <a:rPr lang="en" altLang="en-US" sz="1200" b="1" dirty="0">
                <a:solidFill>
                  <a:srgbClr val="0075BF"/>
                </a:solidFill>
                <a:latin typeface="Meiryo UI"/>
                <a:ea typeface="Meiryo UI"/>
              </a:rPr>
              <a:t>Modification</a:t>
            </a:r>
          </a:p>
        </p:txBody>
      </p:sp>
      <p:sp>
        <p:nvSpPr>
          <p:cNvPr id="25" name="正方形/長方形 24">
            <a:extLst>
              <a:ext uri="{FF2B5EF4-FFF2-40B4-BE49-F238E27FC236}">
                <a16:creationId xmlns:a16="http://schemas.microsoft.com/office/drawing/2014/main" id="{0D330E95-1390-DCAD-C6CF-E841975BF9B8}"/>
              </a:ext>
            </a:extLst>
          </p:cNvPr>
          <p:cNvSpPr/>
          <p:nvPr/>
        </p:nvSpPr>
        <p:spPr>
          <a:xfrm>
            <a:off x="1145677" y="5515971"/>
            <a:ext cx="4822637" cy="874448"/>
          </a:xfrm>
          <a:prstGeom prst="rect">
            <a:avLst/>
          </a:prstGeom>
          <a:noFill/>
          <a:ln w="12700" cap="flat" cmpd="sng" algn="ctr">
            <a:solidFill>
              <a:srgbClr val="7F7F7F"/>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dirty="0">
              <a:ln>
                <a:noFill/>
              </a:ln>
              <a:solidFill>
                <a:srgbClr val="000000"/>
              </a:solidFill>
              <a:effectLst/>
              <a:uLnTx/>
              <a:uFillTx/>
              <a:latin typeface="Meiryo UI"/>
              <a:ea typeface="Meiryo UI"/>
              <a:cs typeface="+mn-cs"/>
            </a:endParaRPr>
          </a:p>
        </p:txBody>
      </p:sp>
    </p:spTree>
    <p:extLst>
      <p:ext uri="{BB962C8B-B14F-4D97-AF65-F5344CB8AC3E}">
        <p14:creationId xmlns:p14="http://schemas.microsoft.com/office/powerpoint/2010/main" val="818300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CC321-07B7-6732-68F5-EE74C9F02313}"/>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4F9892CF-202A-EACC-2A43-5245539DB295}"/>
              </a:ext>
            </a:extLst>
          </p:cNvPr>
          <p:cNvSpPr txBox="1"/>
          <p:nvPr/>
        </p:nvSpPr>
        <p:spPr>
          <a:xfrm>
            <a:off x="578120" y="352134"/>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 altLang="ja-JP" sz="2800" b="1" dirty="0">
                <a:solidFill>
                  <a:prstClr val="black"/>
                </a:solidFill>
                <a:latin typeface="Meiryo UI" panose="020B0604030504040204" pitchFamily="34" charset="-128"/>
                <a:ea typeface="Meiryo UI" panose="020B0604030504040204" pitchFamily="34" charset="-128"/>
                <a:cs typeface="Meiryo" charset="-128"/>
              </a:rPr>
              <a:t>4. Line break</a:t>
            </a:r>
            <a:endParaRPr kumimoji="1" lang="en-US" altLang="ja-JP" sz="2800" b="1" i="0" u="none" strike="noStrike" kern="1200" cap="none" spc="0" normalizeH="0" baseline="0" noProof="0" dirty="0">
              <a:ln>
                <a:noFill/>
              </a:ln>
              <a:solidFill>
                <a:prstClr val="black"/>
              </a:solidFill>
              <a:effectLst/>
              <a:uLnTx/>
              <a:uFillTx/>
              <a:latin typeface="Meiryo UI" panose="020B0604030504040204" pitchFamily="34" charset="-128"/>
              <a:ea typeface="Meiryo UI" panose="020B0604030504040204" pitchFamily="34" charset="-128"/>
              <a:cs typeface="Meiryo" charset="-128"/>
            </a:endParaRPr>
          </a:p>
        </p:txBody>
      </p:sp>
      <p:sp>
        <p:nvSpPr>
          <p:cNvPr id="3" name="スライド番号プレースホルダー 7">
            <a:extLst>
              <a:ext uri="{FF2B5EF4-FFF2-40B4-BE49-F238E27FC236}">
                <a16:creationId xmlns:a16="http://schemas.microsoft.com/office/drawing/2014/main" id="{349D5597-E0BE-66BD-ED9F-65288DB15F78}"/>
              </a:ext>
            </a:extLst>
          </p:cNvPr>
          <p:cNvSpPr>
            <a:spLocks noGrp="1"/>
          </p:cNvSpPr>
          <p:nvPr>
            <p:ph type="sldNum" sz="quarter" idx="12"/>
          </p:nvPr>
        </p:nvSpPr>
        <p:spPr>
          <a:xfrm>
            <a:off x="11750040" y="6493510"/>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4" name="テキスト ボックス 3">
            <a:extLst>
              <a:ext uri="{FF2B5EF4-FFF2-40B4-BE49-F238E27FC236}">
                <a16:creationId xmlns:a16="http://schemas.microsoft.com/office/drawing/2014/main" id="{39FEDE15-308D-4CED-EEB8-52C5C9940AA3}"/>
              </a:ext>
            </a:extLst>
          </p:cNvPr>
          <p:cNvSpPr txBox="1"/>
          <p:nvPr/>
        </p:nvSpPr>
        <p:spPr>
          <a:xfrm>
            <a:off x="578120" y="875354"/>
            <a:ext cx="10534247" cy="2031325"/>
          </a:xfrm>
          <a:prstGeom prst="rect">
            <a:avLst/>
          </a:prstGeom>
          <a:noFill/>
        </p:spPr>
        <p:txBody>
          <a:bodyPr wrap="square" rtlCol="0">
            <a:spAutoFit/>
          </a:bodyPr>
          <a:lstStyle/>
          <a:p>
            <a:r>
              <a:rPr kumimoji="1" lang="en" altLang="en-US" sz="1400" dirty="0">
                <a:latin typeface="Meiryo UI" panose="020B0604030504040204" pitchFamily="50" charset="-128"/>
                <a:ea typeface="Meiryo UI" panose="020B0604030504040204" pitchFamily="50" charset="-128"/>
              </a:rPr>
              <a:t>If the readability of the code is improved, the developer can put a blank line at his discretion. If you want to include blank lines, the number should be as follows.</a:t>
            </a:r>
          </a:p>
          <a:p>
            <a:pPr marL="742950" lvl="1" indent="-285750">
              <a:buFont typeface="Arial" panose="020B0604020202020204" pitchFamily="34" charset="0"/>
              <a:buChar char="•"/>
            </a:pPr>
            <a:r>
              <a:rPr lang="en" altLang="en-US" sz="1400" dirty="0">
                <a:latin typeface="Meiryo UI" panose="020B0604030504040204" pitchFamily="50" charset="-128"/>
                <a:ea typeface="Meiryo UI" panose="020B0604030504040204" pitchFamily="50" charset="-128"/>
              </a:rPr>
              <a:t>Where there is no indentation, put two blank lines</a:t>
            </a:r>
            <a:endParaRPr lang="en-US" altLang="ja-JP" sz="1400" dirty="0">
              <a:latin typeface="Meiryo UI" panose="020B0604030504040204" pitchFamily="50" charset="-128"/>
              <a:ea typeface="Meiryo UI" panose="020B0604030504040204" pitchFamily="50" charset="-128"/>
            </a:endParaRPr>
          </a:p>
          <a:p>
            <a:pPr marL="1200150" lvl="2" indent="-285750">
              <a:buFont typeface="Wingdings" panose="05000000000000000000" pitchFamily="2" charset="2"/>
              <a:buChar char="ü"/>
            </a:pPr>
            <a:r>
              <a:rPr lang="en" altLang="en-US" sz="1400" dirty="0">
                <a:latin typeface="Meiryo UI" panose="020B0604030504040204" pitchFamily="50" charset="-128"/>
                <a:ea typeface="Meiryo UI" panose="020B0604030504040204" pitchFamily="50" charset="-128"/>
              </a:rPr>
              <a:t>Define top-level functions and classes with two lines spaced apart</a:t>
            </a:r>
            <a:endParaRPr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en" altLang="en-US" sz="1400" dirty="0">
                <a:latin typeface="Meiryo UI" panose="020B0604030504040204" pitchFamily="50" charset="-128"/>
                <a:ea typeface="Meiryo UI" panose="020B0604030504040204" pitchFamily="50" charset="-128"/>
              </a:rPr>
              <a:t>Where there is indentation, put one blank line</a:t>
            </a:r>
            <a:endParaRPr lang="en-US" altLang="ja-JP" sz="1400" dirty="0">
              <a:latin typeface="Meiryo UI" panose="020B0604030504040204" pitchFamily="50" charset="-128"/>
              <a:ea typeface="Meiryo UI" panose="020B0604030504040204" pitchFamily="50" charset="-128"/>
            </a:endParaRPr>
          </a:p>
          <a:p>
            <a:pPr marL="1200150" lvl="2" indent="-285750">
              <a:buFont typeface="Wingdings" panose="05000000000000000000" pitchFamily="2" charset="2"/>
              <a:buChar char="ü"/>
            </a:pPr>
            <a:r>
              <a:rPr lang="en" altLang="en-US" sz="1400" dirty="0">
                <a:latin typeface="Meiryo UI" panose="020B0604030504040204" pitchFamily="50" charset="-128"/>
                <a:ea typeface="Meiryo UI" panose="020B0604030504040204" pitchFamily="50" charset="-128"/>
              </a:rPr>
              <a:t>Define it inside the class by leaving one line at a time.</a:t>
            </a:r>
            <a:endParaRPr kumimoji="1" lang="ja-JP" altLang="en-US" sz="1400" dirty="0">
              <a:latin typeface="Meiryo UI" panose="020B0604030504040204" pitchFamily="50" charset="-128"/>
              <a:ea typeface="Meiryo UI" panose="020B0604030504040204" pitchFamily="50" charset="-128"/>
            </a:endParaRPr>
          </a:p>
          <a:p>
            <a:endParaRPr kumimoji="1" lang="en-US" altLang="ja-JP" sz="1400" dirty="0">
              <a:latin typeface="Meiryo UI" panose="020B0604030504040204" pitchFamily="50" charset="-128"/>
              <a:ea typeface="Meiryo UI" panose="020B0604030504040204" pitchFamily="50" charset="-128"/>
            </a:endParaRPr>
          </a:p>
          <a:p>
            <a:r>
              <a:rPr kumimoji="1" lang="en" altLang="ja-JP" sz="1400" dirty="0">
                <a:latin typeface="Meiryo UI" panose="020B0604030504040204" pitchFamily="50" charset="-128"/>
                <a:ea typeface="Meiryo UI" panose="020B0604030504040204" pitchFamily="50" charset="-128"/>
              </a:rPr>
              <a:t>PEP8-JA and stipulates line break rules in the following cases:</a:t>
            </a:r>
          </a:p>
          <a:p>
            <a:pPr marL="742950" lvl="1" indent="-285750">
              <a:buFont typeface="Arial" panose="020B0604020202020204" pitchFamily="34" charset="0"/>
              <a:buChar char="•"/>
            </a:pPr>
            <a:r>
              <a:rPr kumimoji="1" lang="en" altLang="ja-JP" sz="1400" dirty="0">
                <a:latin typeface="Meiryo UI" panose="020B0604030504040204" pitchFamily="50" charset="-128"/>
                <a:ea typeface="Meiryo UI" panose="020B0604030504040204" pitchFamily="50" charset="-128"/>
              </a:rPr>
              <a:t>Import is written separately on a single line (no multiple imports on a single line)</a:t>
            </a:r>
            <a:endParaRPr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endParaRPr lang="en-US" altLang="ja-JP" sz="1400" dirty="0">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1BEA912B-BA03-31F8-410B-DBE52EE7E165}"/>
              </a:ext>
            </a:extLst>
          </p:cNvPr>
          <p:cNvSpPr txBox="1"/>
          <p:nvPr/>
        </p:nvSpPr>
        <p:spPr>
          <a:xfrm>
            <a:off x="770158" y="3067735"/>
            <a:ext cx="925253" cy="276999"/>
          </a:xfrm>
          <a:prstGeom prst="rect">
            <a:avLst/>
          </a:prstGeom>
          <a:noFill/>
        </p:spPr>
        <p:txBody>
          <a:bodyPr wrap="none" rtlCol="0">
            <a:spAutoFit/>
          </a:bodyPr>
          <a:lstStyle/>
          <a:p>
            <a:r>
              <a:rPr lang="en" altLang="en-US" sz="1200" u="sng" dirty="0">
                <a:latin typeface="Meiryo UI" panose="020B0604030504040204" pitchFamily="50" charset="-128"/>
                <a:ea typeface="Meiryo UI" panose="020B0604030504040204" pitchFamily="50" charset="-128"/>
              </a:rPr>
              <a:t>Example of a blank line</a:t>
            </a:r>
            <a:endParaRPr kumimoji="1" lang="ja-JP" altLang="en-US" sz="1200" u="sng" dirty="0">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B7252271-E8BB-BE18-BC56-0252EE1CDBD6}"/>
              </a:ext>
            </a:extLst>
          </p:cNvPr>
          <p:cNvSpPr txBox="1"/>
          <p:nvPr/>
        </p:nvSpPr>
        <p:spPr>
          <a:xfrm>
            <a:off x="8314436" y="3101632"/>
            <a:ext cx="1320170" cy="276999"/>
          </a:xfrm>
          <a:prstGeom prst="rect">
            <a:avLst/>
          </a:prstGeom>
          <a:noFill/>
        </p:spPr>
        <p:txBody>
          <a:bodyPr wrap="none" rtlCol="0">
            <a:spAutoFit/>
          </a:bodyPr>
          <a:lstStyle/>
          <a:p>
            <a:r>
              <a:rPr lang="en" altLang="en-US" sz="1200" u="sng" dirty="0">
                <a:latin typeface="Meiryo UI" panose="020B0604030504040204" pitchFamily="50" charset="-128"/>
                <a:ea typeface="Meiryo UI" panose="020B0604030504040204" pitchFamily="50" charset="-128"/>
              </a:rPr>
              <a:t>Image : import</a:t>
            </a:r>
            <a:endParaRPr kumimoji="1" lang="ja-JP" altLang="en-US" sz="1200" u="sng" dirty="0">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3B4C0A7E-113D-F28D-E2E8-BB4336320FE9}"/>
              </a:ext>
            </a:extLst>
          </p:cNvPr>
          <p:cNvSpPr txBox="1"/>
          <p:nvPr/>
        </p:nvSpPr>
        <p:spPr>
          <a:xfrm>
            <a:off x="8396300" y="3432252"/>
            <a:ext cx="556563" cy="276999"/>
          </a:xfrm>
          <a:prstGeom prst="rect">
            <a:avLst/>
          </a:prstGeom>
          <a:noFill/>
        </p:spPr>
        <p:txBody>
          <a:bodyPr wrap="none" rtlCol="0">
            <a:spAutoFit/>
          </a:bodyPr>
          <a:lstStyle/>
          <a:p>
            <a:r>
              <a:rPr lang="en" altLang="ja-JP" sz="1200" u="sng" dirty="0">
                <a:latin typeface="Meiryo UI" panose="020B0604030504040204" pitchFamily="50" charset="-128"/>
                <a:ea typeface="Meiryo UI" panose="020B0604030504040204" pitchFamily="50" charset="-128"/>
              </a:rPr>
              <a:t>OK example</a:t>
            </a:r>
            <a:endParaRPr kumimoji="1" lang="ja-JP" altLang="en-US" sz="1200" u="sng" dirty="0">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A1BF179B-FC1A-808C-F80E-648D61419ACD}"/>
              </a:ext>
            </a:extLst>
          </p:cNvPr>
          <p:cNvSpPr txBox="1"/>
          <p:nvPr/>
        </p:nvSpPr>
        <p:spPr>
          <a:xfrm>
            <a:off x="8396300" y="4341389"/>
            <a:ext cx="564578" cy="276999"/>
          </a:xfrm>
          <a:prstGeom prst="rect">
            <a:avLst/>
          </a:prstGeom>
          <a:noFill/>
        </p:spPr>
        <p:txBody>
          <a:bodyPr wrap="none" rtlCol="0">
            <a:spAutoFit/>
          </a:bodyPr>
          <a:lstStyle/>
          <a:p>
            <a:r>
              <a:rPr lang="en" altLang="ja-JP" sz="1200" u="sng" dirty="0">
                <a:latin typeface="Meiryo UI" panose="020B0604030504040204" pitchFamily="50" charset="-128"/>
                <a:ea typeface="Meiryo UI" panose="020B0604030504040204" pitchFamily="50" charset="-128"/>
              </a:rPr>
              <a:t>NG example</a:t>
            </a:r>
            <a:endParaRPr kumimoji="1" lang="ja-JP" altLang="en-US" sz="1200" u="sng" dirty="0">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9A8867CA-C172-EAF4-776A-4BEB099EE2C6}"/>
              </a:ext>
            </a:extLst>
          </p:cNvPr>
          <p:cNvSpPr/>
          <p:nvPr/>
        </p:nvSpPr>
        <p:spPr>
          <a:xfrm>
            <a:off x="770158" y="5468469"/>
            <a:ext cx="5472608" cy="720080"/>
          </a:xfrm>
          <a:prstGeom prst="rect">
            <a:avLst/>
          </a:prstGeom>
          <a:solidFill>
            <a:schemeClr val="bg1">
              <a:lumMod val="95000"/>
            </a:schemeClr>
          </a:solidFill>
          <a:ln>
            <a:solidFill>
              <a:srgbClr val="7F7F7F"/>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r>
              <a:rPr kumimoji="1" lang="en" altLang="en-US" sz="1200" dirty="0">
                <a:solidFill>
                  <a:schemeClr val="tx1"/>
                </a:solidFill>
                <a:latin typeface="Meiryo UI" panose="020B0604030504040204" pitchFamily="50" charset="-128"/>
                <a:ea typeface="Meiryo UI" panose="020B0604030504040204" pitchFamily="50" charset="-128"/>
              </a:rPr>
              <a:t>Reference URL</a:t>
            </a:r>
          </a:p>
          <a:p>
            <a:r>
              <a:rPr lang="en" altLang="ja-JP" sz="1200" u="sng" dirty="0">
                <a:solidFill>
                  <a:schemeClr val="tx1"/>
                </a:solidFill>
                <a:latin typeface="Meiryo UI" panose="020B0604030504040204" pitchFamily="50" charset="-128"/>
                <a:ea typeface="Meiryo UI" panose="020B0604030504040204" pitchFamily="50" charset="-128"/>
                <a:hlinkClick r:id="rId3">
                  <a:extLst>
                    <a:ext uri="{A12FA001-AC4F-418D-AE19-62706E023703}">
                      <ahyp:hlinkClr xmlns:ahyp="http://schemas.microsoft.com/office/drawing/2018/hyperlinkcolor" val="tx"/>
                    </a:ext>
                  </a:extLst>
                </a:hlinkClick>
              </a:rPr>
              <a:t>https://pep8-ja.readthedocs.io/ja/latest/#id5</a:t>
            </a:r>
            <a:endParaRPr lang="en-US" altLang="ja-JP" sz="1200" u="sng" dirty="0">
              <a:solidFill>
                <a:schemeClr val="tx1"/>
              </a:solidFill>
              <a:latin typeface="Meiryo UI" panose="020B0604030504040204" pitchFamily="50" charset="-128"/>
              <a:ea typeface="Meiryo UI" panose="020B0604030504040204" pitchFamily="50" charset="-128"/>
            </a:endParaRPr>
          </a:p>
          <a:p>
            <a:r>
              <a:rPr lang="en" altLang="ja-JP" sz="1200" u="sng" dirty="0">
                <a:solidFill>
                  <a:schemeClr val="tx1"/>
                </a:solidFill>
                <a:latin typeface="Meiryo UI" panose="020B0604030504040204" pitchFamily="50" charset="-128"/>
                <a:ea typeface="Meiryo UI" panose="020B0604030504040204" pitchFamily="50" charset="-128"/>
                <a:hlinkClick r:id="rId4">
                  <a:extLst>
                    <a:ext uri="{A12FA001-AC4F-418D-AE19-62706E023703}">
                      <ahyp:hlinkClr xmlns:ahyp="http://schemas.microsoft.com/office/drawing/2018/hyperlinkcolor" val="tx"/>
                    </a:ext>
                  </a:extLst>
                </a:hlinkClick>
              </a:rPr>
              <a:t>https://qiita.com/simonritchie/items/bb06a7521ae6560738a7</a:t>
            </a:r>
            <a:endParaRPr lang="en-US" altLang="ja-JP" sz="1200" u="sng" dirty="0">
              <a:solidFill>
                <a:schemeClr val="tx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07C9CA28-624D-A9A0-726A-FAD93E45A44A}"/>
              </a:ext>
            </a:extLst>
          </p:cNvPr>
          <p:cNvSpPr/>
          <p:nvPr/>
        </p:nvSpPr>
        <p:spPr>
          <a:xfrm>
            <a:off x="770158" y="3385108"/>
            <a:ext cx="7128792" cy="1858053"/>
          </a:xfrm>
          <a:prstGeom prst="rect">
            <a:avLst/>
          </a:prstGeom>
          <a:solidFill>
            <a:sysClr val="window" lastClr="FFFFFF"/>
          </a:solidFill>
          <a:ln w="12700" cap="flat" cmpd="sng" algn="ctr">
            <a:solidFill>
              <a:srgbClr val="7F7F7F"/>
            </a:solidFill>
            <a:prstDash val="solid"/>
            <a:miter lim="800000"/>
          </a:ln>
          <a:effectLst/>
        </p:spPr>
        <p:txBody>
          <a:bodyPr rtlCol="0" anchor="t"/>
          <a:lstStyle/>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try:</a:t>
            </a: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kern="0" dirty="0">
                <a:solidFill>
                  <a:prstClr val="black"/>
                </a:solidFill>
                <a:latin typeface="MS Gothic" panose="020B0609070205080204" pitchFamily="49" charset="-128"/>
                <a:ea typeface="MS Gothic" panose="020B0609070205080204" pitchFamily="49" charset="-128"/>
              </a:rPr>
              <a:t>        with open(mufg_config_file, ‘r’, encoding=‘UTF8’ as config_file:</a:t>
            </a: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d_config_file = json.load(config_file)</a:t>
            </a: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config_env = d_config_file[‘config_env’]</a:t>
            </a:r>
          </a:p>
          <a:p>
            <a:pPr marL="0" marR="0" lvl="0" indent="0" defTabSz="987425" eaLnBrk="1" fontAlgn="base" latinLnBrk="0" hangingPunct="1">
              <a:lnSpc>
                <a:spcPct val="100000"/>
              </a:lnSpc>
              <a:spcBef>
                <a:spcPct val="0"/>
              </a:spcBef>
              <a:spcAft>
                <a:spcPct val="0"/>
              </a:spcAft>
              <a:buClrTx/>
              <a:buSzTx/>
              <a:buFontTx/>
              <a:buNone/>
              <a:tabLst/>
              <a:defRPr/>
            </a:pP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kern="0" dirty="0">
                <a:solidFill>
                  <a:prstClr val="black"/>
                </a:solidFill>
                <a:latin typeface="MS Gothic" panose="020B0609070205080204" pitchFamily="49" charset="-128"/>
                <a:ea typeface="MS Gothic" panose="020B0609070205080204" pitchFamily="49" charset="-128"/>
              </a:rPr>
              <a:t>    expect Exception as e_exception:</a:t>
            </a: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print("Pre-configuration had a configuration file read exception", e_exception)</a:t>
            </a: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kern="0" dirty="0">
                <a:solidFill>
                  <a:prstClr val="black"/>
                </a:solidFill>
                <a:latin typeface="MS Gothic" panose="020B0609070205080204" pitchFamily="49" charset="-128"/>
                <a:ea typeface="MS Gothic" panose="020B0609070205080204" pitchFamily="49" charset="-128"/>
              </a:rPr>
              <a:t>        sys.exit(const. ERROR)</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p:txBody>
      </p:sp>
      <p:sp>
        <p:nvSpPr>
          <p:cNvPr id="17" name="正方形/長方形 16">
            <a:extLst>
              <a:ext uri="{FF2B5EF4-FFF2-40B4-BE49-F238E27FC236}">
                <a16:creationId xmlns:a16="http://schemas.microsoft.com/office/drawing/2014/main" id="{02C5D716-1EB6-AB1F-66F9-43EA90190FF4}"/>
              </a:ext>
            </a:extLst>
          </p:cNvPr>
          <p:cNvSpPr/>
          <p:nvPr/>
        </p:nvSpPr>
        <p:spPr>
          <a:xfrm>
            <a:off x="8477984" y="3775800"/>
            <a:ext cx="1623688" cy="508043"/>
          </a:xfrm>
          <a:prstGeom prst="rect">
            <a:avLst/>
          </a:prstGeom>
          <a:solidFill>
            <a:sysClr val="window" lastClr="FFFFFF"/>
          </a:solidFill>
          <a:ln w="12700" cap="flat" cmpd="sng" algn="ctr">
            <a:solidFill>
              <a:srgbClr val="7F7F7F"/>
            </a:solidFill>
            <a:prstDash val="solid"/>
            <a:miter lim="800000"/>
          </a:ln>
          <a:effectLst/>
        </p:spPr>
        <p:txBody>
          <a:bodyPr rtlCol="0" anchor="t"/>
          <a:lstStyle/>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import os</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kern="0" dirty="0">
                <a:solidFill>
                  <a:prstClr val="black"/>
                </a:solidFill>
                <a:latin typeface="MS Gothic" panose="020B0609070205080204" pitchFamily="49" charset="-128"/>
                <a:ea typeface="MS Gothic" panose="020B0609070205080204" pitchFamily="49" charset="-128"/>
              </a:rPr>
              <a:t>import sys</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p:txBody>
      </p:sp>
      <p:sp>
        <p:nvSpPr>
          <p:cNvPr id="18" name="正方形/長方形 17">
            <a:extLst>
              <a:ext uri="{FF2B5EF4-FFF2-40B4-BE49-F238E27FC236}">
                <a16:creationId xmlns:a16="http://schemas.microsoft.com/office/drawing/2014/main" id="{181702B6-C4D9-4664-DEB5-DEA101126506}"/>
              </a:ext>
            </a:extLst>
          </p:cNvPr>
          <p:cNvSpPr/>
          <p:nvPr/>
        </p:nvSpPr>
        <p:spPr>
          <a:xfrm>
            <a:off x="8477984" y="4735118"/>
            <a:ext cx="1623688" cy="508043"/>
          </a:xfrm>
          <a:prstGeom prst="rect">
            <a:avLst/>
          </a:prstGeom>
          <a:solidFill>
            <a:sysClr val="window" lastClr="FFFFFF"/>
          </a:solidFill>
          <a:ln w="12700" cap="flat" cmpd="sng" algn="ctr">
            <a:solidFill>
              <a:srgbClr val="7F7F7F"/>
            </a:solidFill>
            <a:prstDash val="solid"/>
            <a:miter lim="800000"/>
          </a:ln>
          <a:effectLst/>
        </p:spPr>
        <p:txBody>
          <a:bodyPr rtlCol="0" anchor="t"/>
          <a:lstStyle/>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import os, sys</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3561212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89B4B-4F65-8F52-0D80-59CF0BF7EF34}"/>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08B6DFB4-16EB-9ADB-3C20-5B970044BD8A}"/>
              </a:ext>
            </a:extLst>
          </p:cNvPr>
          <p:cNvSpPr txBox="1"/>
          <p:nvPr/>
        </p:nvSpPr>
        <p:spPr>
          <a:xfrm>
            <a:off x="578120" y="352134"/>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 altLang="ja-JP" sz="2800" b="1" dirty="0">
                <a:solidFill>
                  <a:prstClr val="black"/>
                </a:solidFill>
                <a:latin typeface="Meiryo UI" panose="020B0604030504040204" pitchFamily="34" charset="-128"/>
                <a:ea typeface="Meiryo UI" panose="020B0604030504040204" pitchFamily="34" charset="-128"/>
                <a:cs typeface="Meiryo" charset="-128"/>
              </a:rPr>
              <a:t>5. Comment</a:t>
            </a:r>
            <a:endParaRPr kumimoji="1" lang="en-US" altLang="ja-JP" sz="2800" b="1" i="0" u="none" strike="noStrike" kern="1200" cap="none" spc="0" normalizeH="0" baseline="0" noProof="0" dirty="0">
              <a:ln>
                <a:noFill/>
              </a:ln>
              <a:solidFill>
                <a:prstClr val="black"/>
              </a:solidFill>
              <a:effectLst/>
              <a:uLnTx/>
              <a:uFillTx/>
              <a:latin typeface="Meiryo UI" panose="020B0604030504040204" pitchFamily="34" charset="-128"/>
              <a:ea typeface="Meiryo UI" panose="020B0604030504040204" pitchFamily="34" charset="-128"/>
              <a:cs typeface="Meiryo" charset="-128"/>
            </a:endParaRPr>
          </a:p>
        </p:txBody>
      </p:sp>
      <p:sp>
        <p:nvSpPr>
          <p:cNvPr id="3" name="スライド番号プレースホルダー 7">
            <a:extLst>
              <a:ext uri="{FF2B5EF4-FFF2-40B4-BE49-F238E27FC236}">
                <a16:creationId xmlns:a16="http://schemas.microsoft.com/office/drawing/2014/main" id="{6FB33D81-8D42-E6B0-6C6C-7522CDAFFDAD}"/>
              </a:ext>
            </a:extLst>
          </p:cNvPr>
          <p:cNvSpPr>
            <a:spLocks noGrp="1"/>
          </p:cNvSpPr>
          <p:nvPr>
            <p:ph type="sldNum" sz="quarter" idx="12"/>
          </p:nvPr>
        </p:nvSpPr>
        <p:spPr>
          <a:xfrm>
            <a:off x="11750040" y="6493510"/>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4" name="テキスト ボックス 3">
            <a:extLst>
              <a:ext uri="{FF2B5EF4-FFF2-40B4-BE49-F238E27FC236}">
                <a16:creationId xmlns:a16="http://schemas.microsoft.com/office/drawing/2014/main" id="{304C1B3D-55FE-44CF-705B-7AAC78240F5A}"/>
              </a:ext>
            </a:extLst>
          </p:cNvPr>
          <p:cNvSpPr txBox="1"/>
          <p:nvPr/>
        </p:nvSpPr>
        <p:spPr>
          <a:xfrm>
            <a:off x="578120" y="875354"/>
            <a:ext cx="10534247" cy="2031325"/>
          </a:xfrm>
          <a:prstGeom prst="rect">
            <a:avLst/>
          </a:prstGeom>
          <a:noFill/>
        </p:spPr>
        <p:txBody>
          <a:bodyPr wrap="square" rtlCol="0">
            <a:spAutoFit/>
          </a:bodyPr>
          <a:lstStyle/>
          <a:p>
            <a:r>
              <a:rPr kumimoji="1" lang="en" altLang="ja-JP" sz="1400" dirty="0">
                <a:latin typeface="Meiryo UI" panose="020B0604030504040204" pitchFamily="50" charset="-128"/>
                <a:ea typeface="Meiryo UI" panose="020B0604030504040204" pitchFamily="50" charset="-128"/>
              </a:rPr>
              <a:t>PEP8-JA, and in-class comments should be formatted as follows:</a:t>
            </a: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Comments should be sentences (sentences) and use punctuation marks "," "." (= no body language)</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Each line of the block comment (a comment on the entire line) starts with a "#" followed by one half-width whitespace character</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Block comments align with the indentation of the block they are intended to</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In principle, do not use inline comments (comments written in the middle of the line)</a:t>
            </a:r>
          </a:p>
          <a:p>
            <a:endParaRPr kumimoji="1" lang="en-US" altLang="ja-JP" sz="1400" dirty="0">
              <a:latin typeface="Meiryo UI" panose="020B0604030504040204" pitchFamily="50" charset="-128"/>
              <a:ea typeface="Meiryo UI" panose="020B0604030504040204" pitchFamily="50" charset="-128"/>
            </a:endParaRPr>
          </a:p>
          <a:p>
            <a:r>
              <a:rPr kumimoji="1" lang="en" altLang="en-US" sz="1400" dirty="0">
                <a:latin typeface="Meiryo UI" panose="020B0604030504040204" pitchFamily="50" charset="-128"/>
                <a:ea typeface="Meiryo UI" panose="020B0604030504040204" pitchFamily="50" charset="-128"/>
              </a:rPr>
              <a:t>Comply with the following rules:</a:t>
            </a: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Don't use abbreviations</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Don't use project-specific words</a:t>
            </a:r>
            <a:endParaRPr kumimoji="1" lang="en-US" altLang="ja-JP" sz="1400" dirty="0">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A9560BD4-C316-910F-335F-B0B6B41EED24}"/>
              </a:ext>
            </a:extLst>
          </p:cNvPr>
          <p:cNvSpPr txBox="1"/>
          <p:nvPr/>
        </p:nvSpPr>
        <p:spPr>
          <a:xfrm>
            <a:off x="770157" y="3515557"/>
            <a:ext cx="556563" cy="276999"/>
          </a:xfrm>
          <a:prstGeom prst="rect">
            <a:avLst/>
          </a:prstGeom>
          <a:noFill/>
        </p:spPr>
        <p:txBody>
          <a:bodyPr wrap="none" rtlCol="0">
            <a:spAutoFit/>
          </a:bodyPr>
          <a:lstStyle/>
          <a:p>
            <a:r>
              <a:rPr lang="en" altLang="ja-JP" sz="1200" u="sng" dirty="0">
                <a:latin typeface="Meiryo UI" panose="020B0604030504040204" pitchFamily="50" charset="-128"/>
                <a:ea typeface="Meiryo UI" panose="020B0604030504040204" pitchFamily="50" charset="-128"/>
              </a:rPr>
              <a:t>OK example</a:t>
            </a:r>
            <a:endParaRPr kumimoji="1" lang="ja-JP" altLang="en-US" sz="1200" u="sng" dirty="0">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70D308DA-4ACC-7AE1-2FEB-D7EE824DF7AD}"/>
              </a:ext>
            </a:extLst>
          </p:cNvPr>
          <p:cNvSpPr/>
          <p:nvPr/>
        </p:nvSpPr>
        <p:spPr>
          <a:xfrm>
            <a:off x="884455" y="5658582"/>
            <a:ext cx="5472608" cy="508043"/>
          </a:xfrm>
          <a:prstGeom prst="rect">
            <a:avLst/>
          </a:prstGeom>
          <a:solidFill>
            <a:schemeClr val="bg1">
              <a:lumMod val="95000"/>
            </a:schemeClr>
          </a:solidFill>
          <a:ln>
            <a:solidFill>
              <a:srgbClr val="7F7F7F"/>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r>
              <a:rPr kumimoji="1" lang="en" altLang="en-US" sz="1200" dirty="0">
                <a:solidFill>
                  <a:schemeClr val="tx1"/>
                </a:solidFill>
                <a:latin typeface="Meiryo UI" panose="020B0604030504040204" pitchFamily="50" charset="-128"/>
                <a:ea typeface="Meiryo UI" panose="020B0604030504040204" pitchFamily="50" charset="-128"/>
              </a:rPr>
              <a:t>Reference URL</a:t>
            </a:r>
          </a:p>
          <a:p>
            <a:r>
              <a:rPr lang="en" altLang="ja-JP" sz="1200" u="sng" dirty="0">
                <a:solidFill>
                  <a:schemeClr val="tx1"/>
                </a:solidFill>
                <a:latin typeface="Meiryo UI" panose="020B0604030504040204" pitchFamily="50" charset="-128"/>
                <a:ea typeface="Meiryo UI" panose="020B0604030504040204" pitchFamily="50" charset="-128"/>
              </a:rPr>
              <a:t>https://pep8-ja.readthedocs.io/ja/latest/#id20</a:t>
            </a:r>
          </a:p>
        </p:txBody>
      </p:sp>
      <p:sp>
        <p:nvSpPr>
          <p:cNvPr id="17" name="正方形/長方形 16">
            <a:extLst>
              <a:ext uri="{FF2B5EF4-FFF2-40B4-BE49-F238E27FC236}">
                <a16:creationId xmlns:a16="http://schemas.microsoft.com/office/drawing/2014/main" id="{BA35AE9E-B6F8-E16C-17F5-50AA4F059B43}"/>
              </a:ext>
            </a:extLst>
          </p:cNvPr>
          <p:cNvSpPr/>
          <p:nvPr/>
        </p:nvSpPr>
        <p:spPr>
          <a:xfrm>
            <a:off x="884456" y="3839174"/>
            <a:ext cx="6659343" cy="508043"/>
          </a:xfrm>
          <a:prstGeom prst="rect">
            <a:avLst/>
          </a:prstGeom>
          <a:solidFill>
            <a:sysClr val="window" lastClr="FFFFFF"/>
          </a:solidFill>
          <a:ln w="12700" cap="flat" cmpd="sng" algn="ctr">
            <a:solidFill>
              <a:srgbClr val="7F7F7F"/>
            </a:solidFill>
            <a:prstDash val="solid"/>
            <a:miter lim="800000"/>
          </a:ln>
          <a:effectLst/>
        </p:spPr>
        <p:txBody>
          <a:bodyPr rtlCol="0" anchor="t"/>
          <a:lstStyle/>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kern="0" dirty="0">
                <a:solidFill>
                  <a:prstClr val="black"/>
                </a:solidFill>
                <a:latin typeface="MS Gothic" panose="020B0609070205080204" pitchFamily="49" charset="-128"/>
                <a:ea typeface="MS Gothic" panose="020B0609070205080204" pitchFamily="49" charset="-128"/>
              </a:rPr>
              <a:t>#</a:t>
            </a:r>
            <a:r>
              <a:rPr kumimoji="0" lang="en-US" altLang="ja-JP" sz="1200" kern="0" dirty="0">
                <a:solidFill>
                  <a:prstClr val="black"/>
                </a:solidFill>
                <a:latin typeface="MS Gothic" panose="020B0609070205080204" pitchFamily="49" charset="-128"/>
                <a:ea typeface="MS Gothic" panose="020B0609070205080204" pitchFamily="49" charset="-128"/>
              </a:rPr>
              <a:t>Execute the web service.</a:t>
            </a: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response = requests.post(url, headers=header, data=</a:t>
            </a:r>
            <a:r>
              <a:rPr kumimoji="0" lang="en" altLang="ja-JP" sz="1200" b="0" i="0" u="none" strike="noStrike" kern="0" cap="none" spc="0" normalizeH="0" baseline="0" noProof="0" dirty="0" err="1">
                <a:ln>
                  <a:noFill/>
                </a:ln>
                <a:solidFill>
                  <a:prstClr val="black"/>
                </a:solidFill>
                <a:effectLst/>
                <a:uLnTx/>
                <a:uFillTx/>
                <a:latin typeface="MS Gothic" panose="020B0609070205080204" pitchFamily="49" charset="-128"/>
                <a:ea typeface="MS Gothic" panose="020B0609070205080204" pitchFamily="49" charset="-128"/>
              </a:rPr>
              <a:t>envelope.encode(‘UTF-8’))</a:t>
            </a:r>
          </a:p>
        </p:txBody>
      </p:sp>
      <p:sp>
        <p:nvSpPr>
          <p:cNvPr id="8" name="テキスト ボックス 7">
            <a:extLst>
              <a:ext uri="{FF2B5EF4-FFF2-40B4-BE49-F238E27FC236}">
                <a16:creationId xmlns:a16="http://schemas.microsoft.com/office/drawing/2014/main" id="{638D50B8-CF24-D749-F2E4-B14459720D92}"/>
              </a:ext>
            </a:extLst>
          </p:cNvPr>
          <p:cNvSpPr txBox="1"/>
          <p:nvPr/>
        </p:nvSpPr>
        <p:spPr>
          <a:xfrm>
            <a:off x="762142" y="4550232"/>
            <a:ext cx="564578" cy="276999"/>
          </a:xfrm>
          <a:prstGeom prst="rect">
            <a:avLst/>
          </a:prstGeom>
          <a:noFill/>
        </p:spPr>
        <p:txBody>
          <a:bodyPr wrap="none" rtlCol="0">
            <a:spAutoFit/>
          </a:bodyPr>
          <a:lstStyle/>
          <a:p>
            <a:r>
              <a:rPr lang="en" altLang="ja-JP" sz="1200" u="sng" dirty="0">
                <a:latin typeface="Meiryo UI" panose="020B0604030504040204" pitchFamily="50" charset="-128"/>
                <a:ea typeface="Meiryo UI" panose="020B0604030504040204" pitchFamily="50" charset="-128"/>
              </a:rPr>
              <a:t>NG example</a:t>
            </a:r>
            <a:endParaRPr kumimoji="1" lang="ja-JP" altLang="en-US" sz="1200" u="sng" dirty="0">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AA0BF9F9-414A-C071-E100-7CCF2F4A9CCE}"/>
              </a:ext>
            </a:extLst>
          </p:cNvPr>
          <p:cNvSpPr/>
          <p:nvPr/>
        </p:nvSpPr>
        <p:spPr>
          <a:xfrm>
            <a:off x="884455" y="4855584"/>
            <a:ext cx="6659343" cy="508043"/>
          </a:xfrm>
          <a:prstGeom prst="rect">
            <a:avLst/>
          </a:prstGeom>
          <a:solidFill>
            <a:sysClr val="window" lastClr="FFFFFF"/>
          </a:solidFill>
          <a:ln w="12700" cap="flat" cmpd="sng" algn="ctr">
            <a:solidFill>
              <a:srgbClr val="7F7F7F"/>
            </a:solidFill>
            <a:prstDash val="solid"/>
            <a:miter lim="800000"/>
          </a:ln>
          <a:effectLst/>
        </p:spPr>
        <p:txBody>
          <a:bodyPr rtlCol="0" anchor="t"/>
          <a:lstStyle/>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kern="0" dirty="0">
                <a:solidFill>
                  <a:prstClr val="black"/>
                </a:solidFill>
                <a:latin typeface="MS Gothic" panose="020B0609070205080204" pitchFamily="49" charset="-128"/>
                <a:ea typeface="MS Gothic" panose="020B0609070205080204" pitchFamily="49" charset="-128"/>
              </a:rPr>
              <a:t>#</a:t>
            </a:r>
            <a:r>
              <a:rPr kumimoji="0" lang="en-US" altLang="ja-JP" sz="1200" kern="0" dirty="0">
                <a:solidFill>
                  <a:prstClr val="black"/>
                </a:solidFill>
                <a:latin typeface="MS Gothic" panose="020B0609070205080204" pitchFamily="49" charset="-128"/>
                <a:ea typeface="MS Gothic" panose="020B0609070205080204" pitchFamily="49" charset="-128"/>
              </a:rPr>
              <a:t>Web service execution</a:t>
            </a: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response = requests.post(url, headers=header, data=</a:t>
            </a:r>
            <a:r>
              <a:rPr kumimoji="0" lang="en" altLang="ja-JP" sz="1200" b="0" i="0" u="none" strike="noStrike" kern="0" cap="none" spc="0" normalizeH="0" baseline="0" noProof="0" dirty="0" err="1">
                <a:ln>
                  <a:noFill/>
                </a:ln>
                <a:solidFill>
                  <a:prstClr val="black"/>
                </a:solidFill>
                <a:effectLst/>
                <a:uLnTx/>
                <a:uFillTx/>
                <a:latin typeface="MS Gothic" panose="020B0609070205080204" pitchFamily="49" charset="-128"/>
                <a:ea typeface="MS Gothic" panose="020B0609070205080204" pitchFamily="49" charset="-128"/>
              </a:rPr>
              <a:t>envelope.encode(‘UTF-8’))</a:t>
            </a:r>
          </a:p>
        </p:txBody>
      </p:sp>
    </p:spTree>
    <p:extLst>
      <p:ext uri="{BB962C8B-B14F-4D97-AF65-F5344CB8AC3E}">
        <p14:creationId xmlns:p14="http://schemas.microsoft.com/office/powerpoint/2010/main" val="1416539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CB049-C270-4CCC-2373-48798270CFC6}"/>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C353163-C7A0-8AB7-7F01-A8153A39C1E9}"/>
              </a:ext>
            </a:extLst>
          </p:cNvPr>
          <p:cNvSpPr txBox="1"/>
          <p:nvPr/>
        </p:nvSpPr>
        <p:spPr>
          <a:xfrm>
            <a:off x="578120" y="352134"/>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 altLang="ja-JP" sz="2800" b="1" dirty="0">
                <a:solidFill>
                  <a:prstClr val="black"/>
                </a:solidFill>
                <a:latin typeface="Meiryo UI" panose="020B0604030504040204" pitchFamily="34" charset="-128"/>
                <a:ea typeface="Meiryo UI" panose="020B0604030504040204" pitchFamily="34" charset="-128"/>
                <a:cs typeface="Meiryo" charset="-128"/>
              </a:rPr>
              <a:t>6. Naming conventions for constants/variables/functions</a:t>
            </a:r>
            <a:endParaRPr kumimoji="1" lang="en-US" altLang="ja-JP" sz="2800" b="1" i="0" u="none" strike="noStrike" kern="1200" cap="none" spc="0" normalizeH="0" baseline="0" noProof="0" dirty="0">
              <a:ln>
                <a:noFill/>
              </a:ln>
              <a:solidFill>
                <a:prstClr val="black"/>
              </a:solidFill>
              <a:effectLst/>
              <a:uLnTx/>
              <a:uFillTx/>
              <a:latin typeface="Meiryo UI" panose="020B0604030504040204" pitchFamily="34" charset="-128"/>
              <a:ea typeface="Meiryo UI" panose="020B0604030504040204" pitchFamily="34" charset="-128"/>
              <a:cs typeface="Meiryo" charset="-128"/>
            </a:endParaRPr>
          </a:p>
        </p:txBody>
      </p:sp>
      <p:sp>
        <p:nvSpPr>
          <p:cNvPr id="3" name="スライド番号プレースホルダー 7">
            <a:extLst>
              <a:ext uri="{FF2B5EF4-FFF2-40B4-BE49-F238E27FC236}">
                <a16:creationId xmlns:a16="http://schemas.microsoft.com/office/drawing/2014/main" id="{D95CFB8E-8BC6-3C83-E648-1F32A8EBF5E4}"/>
              </a:ext>
            </a:extLst>
          </p:cNvPr>
          <p:cNvSpPr>
            <a:spLocks noGrp="1"/>
          </p:cNvSpPr>
          <p:nvPr>
            <p:ph type="sldNum" sz="quarter" idx="12"/>
          </p:nvPr>
        </p:nvSpPr>
        <p:spPr>
          <a:xfrm>
            <a:off x="11750040" y="6493510"/>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4" name="テキスト ボックス 3">
            <a:extLst>
              <a:ext uri="{FF2B5EF4-FFF2-40B4-BE49-F238E27FC236}">
                <a16:creationId xmlns:a16="http://schemas.microsoft.com/office/drawing/2014/main" id="{3CDFD03D-3B1F-29A9-FC6B-022987EF5A06}"/>
              </a:ext>
            </a:extLst>
          </p:cNvPr>
          <p:cNvSpPr txBox="1"/>
          <p:nvPr/>
        </p:nvSpPr>
        <p:spPr>
          <a:xfrm>
            <a:off x="578120" y="874223"/>
            <a:ext cx="10534247" cy="2677656"/>
          </a:xfrm>
          <a:prstGeom prst="rect">
            <a:avLst/>
          </a:prstGeom>
          <a:noFill/>
        </p:spPr>
        <p:txBody>
          <a:bodyPr wrap="square" rtlCol="0">
            <a:spAutoFit/>
          </a:bodyPr>
          <a:lstStyle/>
          <a:p>
            <a:r>
              <a:rPr kumimoji="1" lang="en" altLang="ja-JP" sz="1400" dirty="0">
                <a:latin typeface="Meiryo UI" panose="020B0604030504040204" pitchFamily="50" charset="-128"/>
                <a:ea typeface="Meiryo UI" panose="020B0604030504040204" pitchFamily="50" charset="-128"/>
              </a:rPr>
              <a:t>In accordance with pep8-ja, the naming of constants/variables/functions in the class is done according to the following rules.</a:t>
            </a:r>
            <a:endParaRPr kumimoji="1" lang="en-US" altLang="ja-JP" sz="1400" dirty="0">
              <a:latin typeface="Meiryo UI" panose="020B0604030504040204" pitchFamily="50" charset="-128"/>
              <a:ea typeface="Meiryo UI" panose="020B0604030504040204" pitchFamily="50" charset="-128"/>
            </a:endParaRPr>
          </a:p>
          <a:p>
            <a:endParaRPr kumimoji="1" lang="ja-JP" altLang="en-US"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a:latin typeface="Meiryo UI" panose="020B0604030504040204" pitchFamily="50" charset="-128"/>
                <a:ea typeface="Meiryo UI" panose="020B0604030504040204" pitchFamily="50" charset="-128"/>
              </a:rPr>
              <a:t>Define in words what a constant/variable/function means (do not use one-letter variables such as i and r)</a:t>
            </a:r>
            <a:endParaRPr kumimoji="1" lang="en-US" altLang="ja-JP" sz="1400" dirty="0">
              <a:latin typeface="Meiryo UI" panose="020B0604030504040204" pitchFamily="50" charset="-128"/>
              <a:ea typeface="Meiryo UI" panose="020B0604030504040204" pitchFamily="50" charset="-128"/>
            </a:endParaRPr>
          </a:p>
          <a:p>
            <a:pPr lvl="1"/>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a:latin typeface="Meiryo UI" panose="020B0604030504040204" pitchFamily="50" charset="-128"/>
                <a:ea typeface="Meiryo UI" panose="020B0604030504040204" pitchFamily="50" charset="-128"/>
              </a:rPr>
              <a:t>The names of all constants should be capitalized, and words should be separated by an underscore (_) if necessary.</a:t>
            </a:r>
            <a:endParaRPr kumimoji="1" lang="en-US" altLang="ja-JP" sz="1400" dirty="0">
              <a:latin typeface="Meiryo UI" panose="020B0604030504040204" pitchFamily="50" charset="-128"/>
              <a:ea typeface="Meiryo UI" panose="020B0604030504040204" pitchFamily="50" charset="-128"/>
            </a:endParaRPr>
          </a:p>
          <a:p>
            <a:pPr lvl="2"/>
            <a:r>
              <a:rPr kumimoji="1" lang="en" altLang="en-US" sz="1400">
                <a:latin typeface="Meiryo UI" panose="020B0604030504040204" pitchFamily="50" charset="-128"/>
                <a:ea typeface="Meiryo UI" panose="020B0604030504040204" pitchFamily="50" charset="-128"/>
              </a:rPr>
              <a:t>Example) TOTAL_SUBMITS_COUNT</a:t>
            </a:r>
          </a:p>
          <a:p>
            <a:pPr marL="742950" lvl="1" indent="-285750">
              <a:buFont typeface="Arial" panose="020B0604020202020204" pitchFamily="34" charset="0"/>
              <a:buChar char="•"/>
            </a:pP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a:latin typeface="Meiryo UI" panose="020B0604030504040204" pitchFamily="50" charset="-128"/>
                <a:ea typeface="Meiryo UI" panose="020B0604030504040204" pitchFamily="50" charset="-128"/>
              </a:rPr>
              <a:t>Names of variables/functions should be written in lowercase letters, and words should be separated by an underscore (_) if necessary.</a:t>
            </a:r>
            <a:endParaRPr kumimoji="1" lang="en-US" altLang="ja-JP" sz="1400" dirty="0">
              <a:latin typeface="Meiryo UI" panose="020B0604030504040204" pitchFamily="50" charset="-128"/>
              <a:ea typeface="Meiryo UI" panose="020B0604030504040204" pitchFamily="50" charset="-128"/>
            </a:endParaRPr>
          </a:p>
          <a:p>
            <a:pPr lvl="1"/>
            <a:r>
              <a:rPr kumimoji="1" lang="en" altLang="en-US" sz="1400">
                <a:latin typeface="Meiryo UI" panose="020B0604030504040204" pitchFamily="50" charset="-128"/>
                <a:ea typeface="Meiryo UI" panose="020B0604030504040204" pitchFamily="50" charset="-128"/>
              </a:rPr>
              <a:t>Examples: p_endpoints (externally received parameters), pay_money (functions)</a:t>
            </a:r>
          </a:p>
          <a:p>
            <a:pPr marL="742950" lvl="1" indent="-285750">
              <a:buFont typeface="Arial" panose="020B0604020202020204" pitchFamily="34" charset="0"/>
              <a:buChar char="•"/>
            </a:pP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a:latin typeface="Meiryo UI" panose="020B0604030504040204" pitchFamily="50" charset="-128"/>
                <a:ea typeface="Meiryo UI" panose="020B0604030504040204" pitchFamily="50" charset="-128"/>
              </a:rPr>
              <a:t>Names of variables are prefixed as needed.</a:t>
            </a:r>
            <a:endParaRPr lang="en-US" altLang="ja-JP" sz="1400" dirty="0">
              <a:latin typeface="Meiryo UI" panose="020B0604030504040204" pitchFamily="50" charset="-128"/>
              <a:ea typeface="Meiryo UI" panose="020B0604030504040204" pitchFamily="50" charset="-128"/>
            </a:endParaRPr>
          </a:p>
          <a:p>
            <a:endParaRPr kumimoji="1" lang="en-US" altLang="ja-JP" sz="1400" dirty="0">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5512BA00-63E1-F24E-7FAE-A462CBCFFC0E}"/>
              </a:ext>
            </a:extLst>
          </p:cNvPr>
          <p:cNvSpPr txBox="1"/>
          <p:nvPr/>
        </p:nvSpPr>
        <p:spPr>
          <a:xfrm>
            <a:off x="820724" y="3927989"/>
            <a:ext cx="2670924" cy="307777"/>
          </a:xfrm>
          <a:prstGeom prst="rect">
            <a:avLst/>
          </a:prstGeom>
          <a:noFill/>
        </p:spPr>
        <p:txBody>
          <a:bodyPr wrap="none" rtlCol="0">
            <a:spAutoFit/>
          </a:bodyPr>
          <a:lstStyle/>
          <a:p>
            <a:r>
              <a:rPr lang="en" altLang="en-US" sz="1400" u="sng" dirty="0">
                <a:latin typeface="Meiryo UI" panose="020B0604030504040204" pitchFamily="50" charset="-128"/>
                <a:ea typeface="Meiryo UI" panose="020B0604030504040204" pitchFamily="50" charset="-128"/>
              </a:rPr>
              <a:t>What is the prefix and what prefix should be given</a:t>
            </a:r>
            <a:endParaRPr kumimoji="1" lang="ja-JP" altLang="en-US" sz="1400" u="sng" dirty="0">
              <a:latin typeface="Meiryo UI" panose="020B0604030504040204" pitchFamily="50" charset="-128"/>
              <a:ea typeface="Meiryo UI" panose="020B0604030504040204" pitchFamily="50" charset="-128"/>
            </a:endParaRPr>
          </a:p>
        </p:txBody>
      </p:sp>
      <p:graphicFrame>
        <p:nvGraphicFramePr>
          <p:cNvPr id="6" name="Group 162">
            <a:extLst>
              <a:ext uri="{FF2B5EF4-FFF2-40B4-BE49-F238E27FC236}">
                <a16:creationId xmlns:a16="http://schemas.microsoft.com/office/drawing/2014/main" id="{6B2D9D55-BA33-81C1-848D-00C73C585178}"/>
              </a:ext>
            </a:extLst>
          </p:cNvPr>
          <p:cNvGraphicFramePr>
            <a:graphicFrameLocks noGrp="1"/>
          </p:cNvGraphicFramePr>
          <p:nvPr>
            <p:extLst>
              <p:ext uri="{D42A27DB-BD31-4B8C-83A1-F6EECF244321}">
                <p14:modId xmlns:p14="http://schemas.microsoft.com/office/powerpoint/2010/main" val="1983635514"/>
              </p:ext>
            </p:extLst>
          </p:nvPr>
        </p:nvGraphicFramePr>
        <p:xfrm>
          <a:off x="820724" y="4235766"/>
          <a:ext cx="7900978" cy="2235492"/>
        </p:xfrm>
        <a:graphic>
          <a:graphicData uri="http://schemas.openxmlformats.org/drawingml/2006/table">
            <a:tbl>
              <a:tblPr/>
              <a:tblGrid>
                <a:gridCol w="547467">
                  <a:extLst>
                    <a:ext uri="{9D8B030D-6E8A-4147-A177-3AD203B41FA5}">
                      <a16:colId xmlns:a16="http://schemas.microsoft.com/office/drawing/2014/main" val="168038450"/>
                    </a:ext>
                  </a:extLst>
                </a:gridCol>
                <a:gridCol w="2484000">
                  <a:extLst>
                    <a:ext uri="{9D8B030D-6E8A-4147-A177-3AD203B41FA5}">
                      <a16:colId xmlns:a16="http://schemas.microsoft.com/office/drawing/2014/main" val="20000"/>
                    </a:ext>
                  </a:extLst>
                </a:gridCol>
                <a:gridCol w="2061511">
                  <a:extLst>
                    <a:ext uri="{9D8B030D-6E8A-4147-A177-3AD203B41FA5}">
                      <a16:colId xmlns:a16="http://schemas.microsoft.com/office/drawing/2014/main" val="1800108766"/>
                    </a:ext>
                  </a:extLst>
                </a:gridCol>
                <a:gridCol w="2808000">
                  <a:extLst>
                    <a:ext uri="{9D8B030D-6E8A-4147-A177-3AD203B41FA5}">
                      <a16:colId xmlns:a16="http://schemas.microsoft.com/office/drawing/2014/main" val="4261056012"/>
                    </a:ext>
                  </a:extLst>
                </a:gridCol>
              </a:tblGrid>
              <a:tr h="26650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No</a:t>
                      </a:r>
                      <a:endPar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0" marR="0" marT="45439" marB="45439"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rgbClr val="B3EADA"/>
                    </a:solidFill>
                  </a:tcPr>
                </a:tc>
                <a:tc>
                  <a:txBody>
                    <a:bodyPr/>
                    <a:lstStyle>
                      <a:lvl1pPr>
                        <a:spcBef>
                          <a:spcPct val="20000"/>
                        </a:spcBef>
                        <a:buClr>
                          <a:schemeClr val="tx1"/>
                        </a:buClr>
                        <a:buFont typeface="Wingdings" panose="05000000000000000000" pitchFamily="2" charset="2"/>
                        <a:defRPr kumimoji="1" sz="14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chemeClr val="tx1"/>
                        </a:buClr>
                        <a:buFont typeface="Arial" panose="020B0604020202020204" pitchFamily="34" charset="0"/>
                        <a:defRPr kumimoji="1" sz="14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chemeClr val="tx1"/>
                        </a:buClr>
                        <a:defRPr kumimoji="1" sz="14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chemeClr val="bg1"/>
                        </a:buClr>
                        <a:defRPr kumimoji="1" sz="1400">
                          <a:solidFill>
                            <a:schemeClr val="bg1"/>
                          </a:solidFill>
                          <a:latin typeface="Arial" panose="020B0604020202020204" pitchFamily="34" charset="0"/>
                          <a:ea typeface="メイリオ" panose="020B0604030504040204" pitchFamily="50" charset="-128"/>
                        </a:defRPr>
                      </a:lvl4pPr>
                      <a:lvl5pPr marL="2057400" indent="-228600">
                        <a:spcBef>
                          <a:spcPct val="20000"/>
                        </a:spcBef>
                        <a:buClr>
                          <a:schemeClr val="bg1"/>
                        </a:buClr>
                        <a:defRPr kumimoji="1" sz="1400">
                          <a:solidFill>
                            <a:schemeClr val="bg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chemeClr val="bg1"/>
                        </a:buClr>
                        <a:defRPr kumimoji="1" sz="1400">
                          <a:solidFill>
                            <a:schemeClr val="bg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chemeClr val="bg1"/>
                        </a:buClr>
                        <a:defRPr kumimoji="1" sz="1400">
                          <a:solidFill>
                            <a:schemeClr val="bg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chemeClr val="bg1"/>
                        </a:buClr>
                        <a:defRPr kumimoji="1" sz="1400">
                          <a:solidFill>
                            <a:schemeClr val="bg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chemeClr val="bg1"/>
                        </a:buClr>
                        <a:defRPr kumimoji="1" sz="1400">
                          <a:solidFill>
                            <a:schemeClr val="bg1"/>
                          </a:solidFill>
                          <a:latin typeface="Arial" panose="020B0604020202020204" pitchFamily="34" charset="0"/>
                          <a:ea typeface="メイリオ" panose="020B060403050404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Target</a:t>
                      </a:r>
                    </a:p>
                  </a:txBody>
                  <a:tcPr marL="90865" marR="90865" marT="45439" marB="45439"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rgbClr val="B3EAD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Preface</a:t>
                      </a:r>
                    </a:p>
                  </a:txBody>
                  <a:tcPr marL="90865" marR="90865" marT="45439" marB="45439"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rgbClr val="B3EAD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Remarks</a:t>
                      </a:r>
                    </a:p>
                  </a:txBody>
                  <a:tcPr marL="90865" marR="90865" marT="45439" marB="45439"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rgbClr val="B3EADA"/>
                    </a:solidFill>
                  </a:tcPr>
                </a:tc>
                <a:extLst>
                  <a:ext uri="{0D108BD9-81ED-4DB2-BD59-A6C34878D82A}">
                    <a16:rowId xmlns:a16="http://schemas.microsoft.com/office/drawing/2014/main" val="10000"/>
                  </a:ext>
                </a:extLst>
              </a:tr>
              <a:tr h="288000">
                <a:tc>
                  <a:txBody>
                    <a:bodyPr/>
                    <a:lstStyle/>
                    <a:p>
                      <a:pPr marL="0" marR="0" lvl="0" indent="0" algn="ctr" defTabSz="914400" rtl="0" eaLnBrk="1" fontAlgn="base" latinLnBrk="0" hangingPunct="1">
                        <a:lnSpc>
                          <a:spcPct val="100000"/>
                        </a:lnSpc>
                        <a:spcBef>
                          <a:spcPct val="0"/>
                        </a:spcBef>
                        <a:spcAft>
                          <a:spcPct val="0"/>
                        </a:spcAft>
                        <a:buClrTx/>
                        <a:buSzTx/>
                        <a:buFont typeface="+mj-lt"/>
                        <a:buNone/>
                        <a:tabLst/>
                      </a:pPr>
                      <a:r>
                        <a:rPr kumimoji="1" lang="en"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1</a:t>
                      </a:r>
                    </a:p>
                  </a:txBody>
                  <a:tcPr marL="0" marR="0" marT="46515" marB="46515"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mj-lt"/>
                        <a:buNone/>
                        <a:tabLst/>
                      </a:pPr>
                      <a:r>
                        <a:rPr kumimoji="1" lang="en"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List</a:t>
                      </a:r>
                    </a:p>
                  </a:txBody>
                  <a:tcPr marL="90865" marR="90865" marT="28621" marB="28621"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l_</a:t>
                      </a:r>
                    </a:p>
                  </a:txBody>
                  <a:tcPr marL="90000" marR="90000" marT="46515" marB="46515"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Lowercase L (L)</a:t>
                      </a:r>
                      <a:endPar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0865" marR="90865" marT="28621" marB="28621"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109658956"/>
                  </a:ext>
                </a:extLst>
              </a:tr>
              <a:tr h="260670">
                <a:tc>
                  <a:txBody>
                    <a:bodyPr/>
                    <a:lstStyle/>
                    <a:p>
                      <a:pPr marL="0" marR="0" lvl="0" indent="0" algn="ctr" defTabSz="914400" rtl="0" eaLnBrk="1" fontAlgn="base" latinLnBrk="0" hangingPunct="1">
                        <a:lnSpc>
                          <a:spcPct val="100000"/>
                        </a:lnSpc>
                        <a:spcBef>
                          <a:spcPct val="0"/>
                        </a:spcBef>
                        <a:spcAft>
                          <a:spcPct val="0"/>
                        </a:spcAft>
                        <a:buClrTx/>
                        <a:buSzTx/>
                        <a:buFont typeface="+mj-lt"/>
                        <a:buNone/>
                        <a:tabLst/>
                        <a:defRPr/>
                      </a:pPr>
                      <a:r>
                        <a:rPr kumimoji="1" lang="en"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2</a:t>
                      </a:r>
                    </a:p>
                  </a:txBody>
                  <a:tcPr marL="0" marR="0" marT="46515" marB="46515"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mj-lt"/>
                        <a:buNone/>
                        <a:tabLst/>
                      </a:pPr>
                      <a:r>
                        <a:rPr kumimoji="1" lang="en"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Dictionary</a:t>
                      </a:r>
                    </a:p>
                  </a:txBody>
                  <a:tcPr marL="90865" marR="90865" marT="28621" marB="28621"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d_</a:t>
                      </a:r>
                    </a:p>
                  </a:txBody>
                  <a:tcPr marL="90000" marR="90000" marT="46515" marB="46515"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0865" marR="90865" marT="28621" marB="28621"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234836463"/>
                  </a:ext>
                </a:extLst>
              </a:tr>
              <a:tr h="260670">
                <a:tc>
                  <a:txBody>
                    <a:bodyPr/>
                    <a:lstStyle/>
                    <a:p>
                      <a:pPr marL="0" marR="0" lvl="0" indent="0" algn="ctr" defTabSz="914400" rtl="0" eaLnBrk="1" fontAlgn="base" latinLnBrk="0" hangingPunct="1">
                        <a:lnSpc>
                          <a:spcPct val="100000"/>
                        </a:lnSpc>
                        <a:spcBef>
                          <a:spcPct val="0"/>
                        </a:spcBef>
                        <a:spcAft>
                          <a:spcPct val="0"/>
                        </a:spcAft>
                        <a:buClrTx/>
                        <a:buSzTx/>
                        <a:buFont typeface="+mj-lt"/>
                        <a:buNone/>
                        <a:tabLst/>
                        <a:defRPr/>
                      </a:pPr>
                      <a:r>
                        <a:rPr kumimoji="1" lang="en"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3</a:t>
                      </a:r>
                    </a:p>
                  </a:txBody>
                  <a:tcPr marL="0" marR="0" marT="46515" marB="46515"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mj-lt"/>
                        <a:buNone/>
                        <a:tabLst/>
                      </a:pPr>
                      <a:r>
                        <a:rPr kumimoji="1" lang="en"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Parameters received from the outside</a:t>
                      </a:r>
                    </a:p>
                  </a:txBody>
                  <a:tcPr marL="90865" marR="90865" marT="28621" marB="28621"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p_</a:t>
                      </a:r>
                    </a:p>
                  </a:txBody>
                  <a:tcPr marL="90000" marR="90000" marT="46515" marB="46515"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0865" marR="90865" marT="28621" marB="28621"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399663997"/>
                  </a:ext>
                </a:extLst>
              </a:tr>
              <a:tr h="260670">
                <a:tc>
                  <a:txBody>
                    <a:bodyPr/>
                    <a:lstStyle/>
                    <a:p>
                      <a:pPr marL="0" marR="0" lvl="0" indent="0" algn="ctr" defTabSz="914400" rtl="0" eaLnBrk="1" fontAlgn="base" latinLnBrk="0" hangingPunct="1">
                        <a:lnSpc>
                          <a:spcPct val="100000"/>
                        </a:lnSpc>
                        <a:spcBef>
                          <a:spcPct val="0"/>
                        </a:spcBef>
                        <a:spcAft>
                          <a:spcPct val="0"/>
                        </a:spcAft>
                        <a:buClrTx/>
                        <a:buSzTx/>
                        <a:buFont typeface="+mj-lt"/>
                        <a:buNone/>
                        <a:tabLst/>
                        <a:defRPr/>
                      </a:pPr>
                      <a:r>
                        <a:rPr kumimoji="1" lang="en"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4</a:t>
                      </a:r>
                    </a:p>
                  </a:txBody>
                  <a:tcPr marL="0" marR="0" marT="46515" marB="46515"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mj-lt"/>
                        <a:buNone/>
                        <a:tabLst/>
                      </a:pPr>
                      <a:r>
                        <a:rPr kumimoji="1" lang="en"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File name</a:t>
                      </a:r>
                    </a:p>
                  </a:txBody>
                  <a:tcPr marL="90865" marR="90865" marT="28621" marB="28621"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Extension_</a:t>
                      </a:r>
                    </a:p>
                  </a:txBody>
                  <a:tcPr marL="90000" marR="90000" marT="46515" marB="46515"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csv, json, etc.</a:t>
                      </a:r>
                    </a:p>
                  </a:txBody>
                  <a:tcPr marL="90865" marR="90865" marT="28621" marB="28621"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768767816"/>
                  </a:ext>
                </a:extLst>
              </a:tr>
              <a:tr h="260670">
                <a:tc>
                  <a:txBody>
                    <a:bodyPr/>
                    <a:lstStyle/>
                    <a:p>
                      <a:pPr marL="0" marR="0" lvl="0" indent="0" algn="ctr" defTabSz="914400" rtl="0" eaLnBrk="1" fontAlgn="base" latinLnBrk="0" hangingPunct="1">
                        <a:lnSpc>
                          <a:spcPct val="100000"/>
                        </a:lnSpc>
                        <a:spcBef>
                          <a:spcPct val="0"/>
                        </a:spcBef>
                        <a:spcAft>
                          <a:spcPct val="0"/>
                        </a:spcAft>
                        <a:buClrTx/>
                        <a:buSzTx/>
                        <a:buFont typeface="+mj-lt"/>
                        <a:buNone/>
                        <a:tabLst/>
                        <a:defRPr/>
                      </a:pPr>
                      <a:r>
                        <a:rPr kumimoji="1" lang="en"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5</a:t>
                      </a:r>
                    </a:p>
                  </a:txBody>
                  <a:tcPr marL="0" marR="0" marT="46515" marB="46515"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mj-lt"/>
                        <a:buNone/>
                        <a:tabLst/>
                      </a:pPr>
                      <a:r>
                        <a:rPr kumimoji="1" lang="en"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Exception name</a:t>
                      </a:r>
                    </a:p>
                  </a:txBody>
                  <a:tcPr marL="90865" marR="90865" marT="28621" marB="28621"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e_</a:t>
                      </a:r>
                    </a:p>
                  </a:txBody>
                  <a:tcPr marL="90000" marR="90000" marT="46515" marB="46515"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0865" marR="90865" marT="28621" marB="28621"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63884735"/>
                  </a:ext>
                </a:extLst>
              </a:tr>
              <a:tr h="260670">
                <a:tc>
                  <a:txBody>
                    <a:bodyPr/>
                    <a:lstStyle/>
                    <a:p>
                      <a:pPr marL="0" marR="0" lvl="0" indent="0" algn="ctr" defTabSz="914400" rtl="0" eaLnBrk="1" fontAlgn="base" latinLnBrk="0" hangingPunct="1">
                        <a:lnSpc>
                          <a:spcPct val="100000"/>
                        </a:lnSpc>
                        <a:spcBef>
                          <a:spcPct val="0"/>
                        </a:spcBef>
                        <a:spcAft>
                          <a:spcPct val="0"/>
                        </a:spcAft>
                        <a:buClrTx/>
                        <a:buSzTx/>
                        <a:buFont typeface="+mj-lt"/>
                        <a:buNone/>
                        <a:tabLst/>
                        <a:defRPr/>
                      </a:pPr>
                      <a:r>
                        <a:rPr kumimoji="1" lang="en"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6</a:t>
                      </a:r>
                    </a:p>
                  </a:txBody>
                  <a:tcPr marL="0" marR="0" marT="46515" marB="46515"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mj-lt"/>
                        <a:buNone/>
                        <a:tabLst/>
                      </a:pPr>
                      <a:r>
                        <a:rPr kumimoji="1" lang="en"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Other than the above</a:t>
                      </a:r>
                    </a:p>
                  </a:txBody>
                  <a:tcPr marL="90865" marR="90865" marT="28621" marB="28621"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xxx_</a:t>
                      </a:r>
                    </a:p>
                  </a:txBody>
                  <a:tcPr marL="90000" marR="90000" marT="46515" marB="46515"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As long as lowercase is used, the content is arbitrary.</a:t>
                      </a:r>
                      <a:endParaRPr kumimoji="1" lang="en"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0865" marR="90865" marT="28621" marB="28621"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663414519"/>
                  </a:ext>
                </a:extLst>
              </a:tr>
            </a:tbl>
          </a:graphicData>
        </a:graphic>
      </p:graphicFrame>
    </p:spTree>
    <p:extLst>
      <p:ext uri="{BB962C8B-B14F-4D97-AF65-F5344CB8AC3E}">
        <p14:creationId xmlns:p14="http://schemas.microsoft.com/office/powerpoint/2010/main" val="2795321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D8CE9-F1B7-94C1-FED8-FFA80F1B96C5}"/>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11AF55E-6FEF-D5D7-DB8C-87FFD6E38E4A}"/>
              </a:ext>
            </a:extLst>
          </p:cNvPr>
          <p:cNvSpPr txBox="1"/>
          <p:nvPr/>
        </p:nvSpPr>
        <p:spPr>
          <a:xfrm>
            <a:off x="578120" y="352134"/>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 altLang="ja-JP" sz="2800" b="1" dirty="0">
                <a:solidFill>
                  <a:prstClr val="black"/>
                </a:solidFill>
                <a:latin typeface="Meiryo UI" panose="020B0604030504040204" pitchFamily="34" charset="-128"/>
                <a:ea typeface="Meiryo UI" panose="020B0604030504040204" pitchFamily="34" charset="-128"/>
                <a:cs typeface="Meiryo" charset="-128"/>
              </a:rPr>
              <a:t>7. Defining Functions</a:t>
            </a:r>
            <a:endParaRPr kumimoji="1" lang="en-US" altLang="ja-JP" sz="2800" b="1" i="0" u="none" strike="noStrike" kern="1200" cap="none" spc="0" normalizeH="0" baseline="0" noProof="0" dirty="0">
              <a:ln>
                <a:noFill/>
              </a:ln>
              <a:solidFill>
                <a:prstClr val="black"/>
              </a:solidFill>
              <a:effectLst/>
              <a:uLnTx/>
              <a:uFillTx/>
              <a:latin typeface="Meiryo UI" panose="020B0604030504040204" pitchFamily="34" charset="-128"/>
              <a:ea typeface="Meiryo UI" panose="020B0604030504040204" pitchFamily="34" charset="-128"/>
              <a:cs typeface="Meiryo" charset="-128"/>
            </a:endParaRPr>
          </a:p>
        </p:txBody>
      </p:sp>
      <p:sp>
        <p:nvSpPr>
          <p:cNvPr id="3" name="スライド番号プレースホルダー 7">
            <a:extLst>
              <a:ext uri="{FF2B5EF4-FFF2-40B4-BE49-F238E27FC236}">
                <a16:creationId xmlns:a16="http://schemas.microsoft.com/office/drawing/2014/main" id="{05EB70EE-4FCD-90FE-53C3-2295AAE6432D}"/>
              </a:ext>
            </a:extLst>
          </p:cNvPr>
          <p:cNvSpPr>
            <a:spLocks noGrp="1"/>
          </p:cNvSpPr>
          <p:nvPr>
            <p:ph type="sldNum" sz="quarter" idx="12"/>
          </p:nvPr>
        </p:nvSpPr>
        <p:spPr>
          <a:xfrm>
            <a:off x="11750040" y="6493510"/>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4" name="テキスト ボックス 3">
            <a:extLst>
              <a:ext uri="{FF2B5EF4-FFF2-40B4-BE49-F238E27FC236}">
                <a16:creationId xmlns:a16="http://schemas.microsoft.com/office/drawing/2014/main" id="{461C8729-B14E-514C-51BA-FCE04B83147C}"/>
              </a:ext>
            </a:extLst>
          </p:cNvPr>
          <p:cNvSpPr txBox="1"/>
          <p:nvPr/>
        </p:nvSpPr>
        <p:spPr>
          <a:xfrm>
            <a:off x="578120" y="993341"/>
            <a:ext cx="10534247" cy="738664"/>
          </a:xfrm>
          <a:prstGeom prst="rect">
            <a:avLst/>
          </a:prstGeom>
          <a:noFill/>
        </p:spPr>
        <p:txBody>
          <a:bodyPr wrap="square" rtlCol="0">
            <a:spAutoFit/>
          </a:bodyPr>
          <a:lstStyle/>
          <a:p>
            <a:r>
              <a:rPr kumimoji="1" lang="en" altLang="en-US" sz="1400">
                <a:latin typeface="Meiryo UI" panose="020B0604030504040204" pitchFamily="50" charset="-128"/>
                <a:ea typeface="Meiryo UI" panose="020B0604030504040204" pitchFamily="50" charset="-128"/>
              </a:rPr>
              <a:t>Define a process that is used more than twice in the same class as a function.</a:t>
            </a:r>
            <a:endParaRPr kumimoji="1" lang="en-US" altLang="ja-JP" sz="1400" dirty="0">
              <a:latin typeface="Meiryo UI" panose="020B0604030504040204" pitchFamily="50" charset="-128"/>
              <a:ea typeface="Meiryo UI" panose="020B0604030504040204" pitchFamily="50" charset="-128"/>
            </a:endParaRPr>
          </a:p>
          <a:p>
            <a:r>
              <a:rPr kumimoji="1" lang="en" altLang="en-US" sz="1400">
                <a:latin typeface="Meiryo UI" panose="020B0604030504040204" pitchFamily="50" charset="-128"/>
                <a:ea typeface="Meiryo UI" panose="020B0604030504040204" pitchFamily="50" charset="-128"/>
              </a:rPr>
              <a:t>If the same logic overlaps within different classes, define a separate class as much as possible and implement commonalization.</a:t>
            </a:r>
            <a:endParaRPr kumimoji="1" lang="en-US" altLang="ja-JP" sz="1400" dirty="0">
              <a:latin typeface="Meiryo UI" panose="020B0604030504040204" pitchFamily="50" charset="-128"/>
              <a:ea typeface="Meiryo UI" panose="020B0604030504040204" pitchFamily="50" charset="-128"/>
            </a:endParaRPr>
          </a:p>
          <a:p>
            <a:endParaRPr kumimoji="1" lang="ja-JP" altLang="en-US"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715379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E3F1C-287B-C458-86F7-3127194BE10D}"/>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0A2B3C00-A040-F662-76C5-67C33316F451}"/>
              </a:ext>
            </a:extLst>
          </p:cNvPr>
          <p:cNvSpPr txBox="1"/>
          <p:nvPr/>
        </p:nvSpPr>
        <p:spPr>
          <a:xfrm>
            <a:off x="578120" y="352134"/>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 altLang="ja-JP" sz="2800" b="1" dirty="0">
                <a:solidFill>
                  <a:prstClr val="black"/>
                </a:solidFill>
                <a:latin typeface="Meiryo UI" panose="020B0604030504040204" pitchFamily="34" charset="-128"/>
                <a:ea typeface="Meiryo UI" panose="020B0604030504040204" pitchFamily="34" charset="-128"/>
                <a:cs typeface="Meiryo" charset="-128"/>
              </a:rPr>
              <a:t>8. Use of "single quotes" and "double quotes"</a:t>
            </a:r>
            <a:endParaRPr kumimoji="1" lang="en-US" altLang="ja-JP" sz="2800" b="1" i="0" u="none" strike="noStrike" kern="1200" cap="none" spc="0" normalizeH="0" baseline="0" noProof="0" dirty="0">
              <a:ln>
                <a:noFill/>
              </a:ln>
              <a:solidFill>
                <a:prstClr val="black"/>
              </a:solidFill>
              <a:effectLst/>
              <a:uLnTx/>
              <a:uFillTx/>
              <a:latin typeface="Meiryo UI" panose="020B0604030504040204" pitchFamily="34" charset="-128"/>
              <a:ea typeface="Meiryo UI" panose="020B0604030504040204" pitchFamily="34" charset="-128"/>
              <a:cs typeface="Meiryo" charset="-128"/>
            </a:endParaRPr>
          </a:p>
        </p:txBody>
      </p:sp>
      <p:sp>
        <p:nvSpPr>
          <p:cNvPr id="3" name="スライド番号プレースホルダー 7">
            <a:extLst>
              <a:ext uri="{FF2B5EF4-FFF2-40B4-BE49-F238E27FC236}">
                <a16:creationId xmlns:a16="http://schemas.microsoft.com/office/drawing/2014/main" id="{ACBADE84-43D7-02C3-402F-A7A3474D930B}"/>
              </a:ext>
            </a:extLst>
          </p:cNvPr>
          <p:cNvSpPr>
            <a:spLocks noGrp="1"/>
          </p:cNvSpPr>
          <p:nvPr>
            <p:ph type="sldNum" sz="quarter" idx="12"/>
          </p:nvPr>
        </p:nvSpPr>
        <p:spPr>
          <a:xfrm>
            <a:off x="11750040" y="6493510"/>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4" name="テキスト ボックス 3">
            <a:extLst>
              <a:ext uri="{FF2B5EF4-FFF2-40B4-BE49-F238E27FC236}">
                <a16:creationId xmlns:a16="http://schemas.microsoft.com/office/drawing/2014/main" id="{166305A1-B7F8-C18B-9BE1-857AD670FEC5}"/>
              </a:ext>
            </a:extLst>
          </p:cNvPr>
          <p:cNvSpPr txBox="1"/>
          <p:nvPr/>
        </p:nvSpPr>
        <p:spPr>
          <a:xfrm>
            <a:off x="578120" y="875354"/>
            <a:ext cx="10534247" cy="1169551"/>
          </a:xfrm>
          <a:prstGeom prst="rect">
            <a:avLst/>
          </a:prstGeom>
          <a:noFill/>
        </p:spPr>
        <p:txBody>
          <a:bodyPr wrap="square" rtlCol="0">
            <a:spAutoFit/>
          </a:bodyPr>
          <a:lstStyle/>
          <a:p>
            <a:r>
              <a:rPr kumimoji="1" lang="en" altLang="en-US" sz="1400" dirty="0">
                <a:latin typeface="Meiryo UI" panose="020B0604030504040204" pitchFamily="50" charset="-128"/>
                <a:ea typeface="Meiryo UI" panose="020B0604030504040204" pitchFamily="50" charset="-128"/>
              </a:rPr>
              <a:t>Single quotes/double quotes are used in the following contents.</a:t>
            </a: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As a general rule, use single quotes and do not use double quotes.</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However, if a single quote is included in the string to be handled, double quotes are used as an exception.</a:t>
            </a:r>
            <a:endParaRPr lang="en-US" altLang="ja-JP" sz="1400" dirty="0">
              <a:latin typeface="Meiryo UI" panose="020B0604030504040204" pitchFamily="50" charset="-128"/>
              <a:ea typeface="Meiryo UI" panose="020B0604030504040204" pitchFamily="50" charset="-128"/>
            </a:endParaRPr>
          </a:p>
          <a:p>
            <a:pPr marL="1200150" lvl="2"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To avoid poor readability due to the use of escapes.</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en" altLang="en-US" sz="1400" dirty="0">
                <a:latin typeface="Meiryo UI" panose="020B0604030504040204" pitchFamily="50" charset="-128"/>
                <a:ea typeface="Meiryo UI" panose="020B0604030504040204" pitchFamily="50" charset="-128"/>
              </a:rPr>
              <a:t>Triple quotes use three double quotes.</a:t>
            </a:r>
            <a:endParaRPr kumimoji="1" lang="ja-JP" altLang="en-US" sz="1400" dirty="0">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46B2AA59-4E8B-B3E9-0CA7-2CEB0A54801B}"/>
              </a:ext>
            </a:extLst>
          </p:cNvPr>
          <p:cNvSpPr/>
          <p:nvPr/>
        </p:nvSpPr>
        <p:spPr>
          <a:xfrm>
            <a:off x="860919" y="5622606"/>
            <a:ext cx="5472608" cy="720080"/>
          </a:xfrm>
          <a:prstGeom prst="rect">
            <a:avLst/>
          </a:prstGeom>
          <a:solidFill>
            <a:schemeClr val="bg1">
              <a:lumMod val="95000"/>
            </a:schemeClr>
          </a:solidFill>
          <a:ln>
            <a:solidFill>
              <a:srgbClr val="7F7F7F"/>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r>
              <a:rPr kumimoji="1" lang="en" altLang="en-US" sz="1200" dirty="0">
                <a:solidFill>
                  <a:schemeClr val="tx1"/>
                </a:solidFill>
                <a:latin typeface="Meiryo UI" panose="020B0604030504040204" pitchFamily="50" charset="-128"/>
                <a:ea typeface="Meiryo UI" panose="020B0604030504040204" pitchFamily="50" charset="-128"/>
              </a:rPr>
              <a:t>Reference URL</a:t>
            </a:r>
          </a:p>
          <a:p>
            <a:r>
              <a:rPr lang="en" altLang="ja-JP" sz="1200" u="sng" dirty="0">
                <a:solidFill>
                  <a:schemeClr val="tx1"/>
                </a:solidFill>
                <a:latin typeface="Meiryo UI" panose="020B0604030504040204" pitchFamily="50" charset="-128"/>
                <a:ea typeface="Meiryo UI" panose="020B0604030504040204" pitchFamily="50" charset="-128"/>
              </a:rPr>
              <a:t>https://pep8-ja.readthedocs.io/ja/latest/#id14</a:t>
            </a:r>
          </a:p>
        </p:txBody>
      </p:sp>
      <p:sp>
        <p:nvSpPr>
          <p:cNvPr id="2" name="正方形/長方形 1">
            <a:extLst>
              <a:ext uri="{FF2B5EF4-FFF2-40B4-BE49-F238E27FC236}">
                <a16:creationId xmlns:a16="http://schemas.microsoft.com/office/drawing/2014/main" id="{6E23A198-D1A8-D649-CB9A-731CAE70DCD6}"/>
              </a:ext>
            </a:extLst>
          </p:cNvPr>
          <p:cNvSpPr/>
          <p:nvPr/>
        </p:nvSpPr>
        <p:spPr>
          <a:xfrm>
            <a:off x="860919" y="2128043"/>
            <a:ext cx="7128792" cy="2685053"/>
          </a:xfrm>
          <a:prstGeom prst="rect">
            <a:avLst/>
          </a:prstGeom>
          <a:solidFill>
            <a:sysClr val="window" lastClr="FFFFFF"/>
          </a:solidFill>
          <a:ln w="12700" cap="flat" cmpd="sng" algn="ctr">
            <a:solidFill>
              <a:srgbClr val="7F7F7F"/>
            </a:solidFill>
            <a:prstDash val="solid"/>
            <a:miter lim="800000"/>
          </a:ln>
          <a:effectLst/>
        </p:spPr>
        <p:txBody>
          <a:bodyPr rtlCol="0" anchor="t"/>
          <a:lstStyle/>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OK</a:t>
            </a: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kern="0" dirty="0" err="1">
                <a:solidFill>
                  <a:prstClr val="black"/>
                </a:solidFill>
                <a:latin typeface="MS Gothic" panose="020B0609070205080204" pitchFamily="49" charset="-128"/>
                <a:ea typeface="MS Gothic" panose="020B0609070205080204" pitchFamily="49" charset="-128"/>
              </a:rPr>
              <a:t>s_ok = ‘test string OK’</a:t>
            </a:r>
          </a:p>
          <a:p>
            <a:pPr marL="0" marR="0" lvl="0" indent="0" defTabSz="987425" eaLnBrk="1" fontAlgn="base" latinLnBrk="0" hangingPunct="1">
              <a:lnSpc>
                <a:spcPct val="100000"/>
              </a:lnSpc>
              <a:spcBef>
                <a:spcPct val="0"/>
              </a:spcBef>
              <a:spcAft>
                <a:spcPct val="0"/>
              </a:spcAft>
              <a:buClrTx/>
              <a:buSzTx/>
              <a:buFontTx/>
              <a:buNone/>
              <a:tabLst/>
              <a:defRPr/>
            </a:pP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kern="0" dirty="0">
                <a:solidFill>
                  <a:prstClr val="black"/>
                </a:solidFill>
                <a:latin typeface="MS Gothic" panose="020B0609070205080204" pitchFamily="49" charset="-128"/>
                <a:ea typeface="MS Gothic" panose="020B0609070205080204" pitchFamily="49" charset="-128"/>
              </a:rPr>
              <a:t># NG</a:t>
            </a: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err="1">
                <a:ln>
                  <a:noFill/>
                </a:ln>
                <a:solidFill>
                  <a:prstClr val="black"/>
                </a:solidFill>
                <a:effectLst/>
                <a:uLnTx/>
                <a:uFillTx/>
                <a:latin typeface="MS Gothic" panose="020B0609070205080204" pitchFamily="49" charset="-128"/>
                <a:ea typeface="MS Gothic" panose="020B0609070205080204" pitchFamily="49" charset="-128"/>
              </a:rPr>
              <a:t>s_ng = “test string NG”</a:t>
            </a:r>
          </a:p>
          <a:p>
            <a:pPr marL="0" marR="0" lvl="0" indent="0" defTabSz="987425" eaLnBrk="1" fontAlgn="base" latinLnBrk="0" hangingPunct="1">
              <a:lnSpc>
                <a:spcPct val="100000"/>
              </a:lnSpc>
              <a:spcBef>
                <a:spcPct val="0"/>
              </a:spcBef>
              <a:spcAft>
                <a:spcPct val="0"/>
              </a:spcAft>
              <a:buClrTx/>
              <a:buSzTx/>
              <a:buFontTx/>
              <a:buNone/>
              <a:tabLst/>
              <a:defRPr/>
            </a:pPr>
            <a:endParaRPr kumimoji="0" lang="en-US" altLang="ja-JP" sz="1200" kern="0" dirty="0">
              <a:solidFill>
                <a:prstClr val="black"/>
              </a:solidFill>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Exceptions</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lang="en" altLang="ja-JP" sz="1200" kern="0" dirty="0" err="1">
                <a:solidFill>
                  <a:prstClr val="black"/>
                </a:solidFill>
                <a:latin typeface="MS Gothic" panose="020B0609070205080204" pitchFamily="49" charset="-128"/>
                <a:ea typeface="MS Gothic" panose="020B0609070205080204" pitchFamily="49" charset="-128"/>
              </a:rPr>
              <a:t>s_ex="Error 'Message'"</a:t>
            </a:r>
          </a:p>
          <a:p>
            <a:pPr marL="0" marR="0" lvl="0" indent="0" defTabSz="987425" eaLnBrk="1" fontAlgn="base" latinLnBrk="0" hangingPunct="1">
              <a:lnSpc>
                <a:spcPct val="100000"/>
              </a:lnSpc>
              <a:spcBef>
                <a:spcPct val="0"/>
              </a:spcBef>
              <a:spcAft>
                <a:spcPct val="0"/>
              </a:spcAft>
              <a:buClrTx/>
              <a:buSzTx/>
              <a:buFontTx/>
              <a:buNone/>
              <a:tabLst/>
              <a:defRPr/>
            </a:pP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kern="0" dirty="0">
                <a:solidFill>
                  <a:prstClr val="black"/>
                </a:solidFill>
                <a:latin typeface="MS Gothic" panose="020B0609070205080204" pitchFamily="49" charset="-128"/>
                <a:ea typeface="MS Gothic" panose="020B0609070205080204" pitchFamily="49" charset="-128"/>
              </a:rPr>
              <a:t># Triple quotes overlap double quotes</a:t>
            </a:r>
            <a:endParaRPr kumimoji="0" lang="en-US" altLang="ja-JP" sz="1200" kern="0" dirty="0">
              <a:solidFill>
                <a:prstClr val="black"/>
              </a:solidFill>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lang="en" altLang="ja-JP" sz="1200" kern="0" dirty="0">
                <a:solidFill>
                  <a:prstClr val="black"/>
                </a:solidFill>
                <a:latin typeface="MS Gothic" panose="020B0609070205080204" pitchFamily="49" charset="-128"/>
                <a:ea typeface="MS Gothic" panose="020B0609070205080204" pitchFamily="49" charset="-128"/>
              </a:rPr>
              <a:t> “”” docstrting</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kumimoji="0" lang="en"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rPr>
              <a:t> Function name</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kumimoji="0" lang="en" altLang="en-US" sz="1200" kern="0" dirty="0">
                <a:solidFill>
                  <a:prstClr val="black"/>
                </a:solidFill>
                <a:latin typeface="MS Gothic" panose="020B0609070205080204" pitchFamily="49" charset="-128"/>
                <a:ea typeface="MS Gothic" panose="020B0609070205080204" pitchFamily="49" charset="-128"/>
              </a:rPr>
              <a:t>    test</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a:p>
            <a:pPr marL="0" marR="0" lvl="0" indent="0" defTabSz="987425" eaLnBrk="1" fontAlgn="base" latinLnBrk="0" hangingPunct="1">
              <a:lnSpc>
                <a:spcPct val="100000"/>
              </a:lnSpc>
              <a:spcBef>
                <a:spcPct val="0"/>
              </a:spcBef>
              <a:spcAft>
                <a:spcPct val="0"/>
              </a:spcAft>
              <a:buClrTx/>
              <a:buSzTx/>
              <a:buFontTx/>
              <a:buNone/>
              <a:tabLst/>
              <a:defRPr/>
            </a:pPr>
            <a:r>
              <a:rPr lang="en" altLang="ja-JP" sz="1200" kern="0" dirty="0">
                <a:solidFill>
                  <a:prstClr val="black"/>
                </a:solidFill>
                <a:latin typeface="MS Gothic" panose="020B0609070205080204" pitchFamily="49" charset="-128"/>
                <a:ea typeface="MS Gothic" panose="020B0609070205080204" pitchFamily="49" charset="-128"/>
              </a:rPr>
              <a:t> “””</a:t>
            </a:r>
            <a:endParaRPr kumimoji="0" lang="en-US" altLang="ja-JP" sz="1200" b="0" i="0" u="none" strike="noStrike" kern="0" cap="none" spc="0" normalizeH="0" baseline="0" noProof="0" dirty="0">
              <a:ln>
                <a:noFill/>
              </a:ln>
              <a:solidFill>
                <a:prstClr val="black"/>
              </a:solidFill>
              <a:effectLst/>
              <a:uLnTx/>
              <a:uFillTx/>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1591820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50069-A38D-C9A5-8334-FA971FED9C60}"/>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7EADDAA0-BBC5-2EF2-93F7-D87220454DA2}"/>
              </a:ext>
            </a:extLst>
          </p:cNvPr>
          <p:cNvSpPr txBox="1"/>
          <p:nvPr/>
        </p:nvSpPr>
        <p:spPr>
          <a:xfrm>
            <a:off x="578120" y="352134"/>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 altLang="ja-JP" sz="2800" b="1" dirty="0">
                <a:solidFill>
                  <a:prstClr val="black"/>
                </a:solidFill>
                <a:latin typeface="Meiryo UI" panose="020B0604030504040204" pitchFamily="34" charset="-128"/>
                <a:ea typeface="Meiryo UI" panose="020B0604030504040204" pitchFamily="34" charset="-128"/>
                <a:cs typeface="Meiryo" charset="-128"/>
              </a:rPr>
              <a:t>9. Spaces (1/2) </a:t>
            </a:r>
          </a:p>
        </p:txBody>
      </p:sp>
      <p:sp>
        <p:nvSpPr>
          <p:cNvPr id="3" name="スライド番号プレースホルダー 7">
            <a:extLst>
              <a:ext uri="{FF2B5EF4-FFF2-40B4-BE49-F238E27FC236}">
                <a16:creationId xmlns:a16="http://schemas.microsoft.com/office/drawing/2014/main" id="{8E77031A-DE28-CEA4-FB3A-FD4E2F8AAD72}"/>
              </a:ext>
            </a:extLst>
          </p:cNvPr>
          <p:cNvSpPr>
            <a:spLocks noGrp="1"/>
          </p:cNvSpPr>
          <p:nvPr>
            <p:ph type="sldNum" sz="quarter" idx="12"/>
          </p:nvPr>
        </p:nvSpPr>
        <p:spPr>
          <a:xfrm>
            <a:off x="11750040" y="6493510"/>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4" name="テキスト ボックス 3">
            <a:extLst>
              <a:ext uri="{FF2B5EF4-FFF2-40B4-BE49-F238E27FC236}">
                <a16:creationId xmlns:a16="http://schemas.microsoft.com/office/drawing/2014/main" id="{D92DD553-D00C-70C5-2D41-569925B4F58A}"/>
              </a:ext>
            </a:extLst>
          </p:cNvPr>
          <p:cNvSpPr txBox="1"/>
          <p:nvPr/>
        </p:nvSpPr>
        <p:spPr>
          <a:xfrm>
            <a:off x="578120" y="875354"/>
            <a:ext cx="10534247" cy="3108543"/>
          </a:xfrm>
          <a:prstGeom prst="rect">
            <a:avLst/>
          </a:prstGeom>
          <a:noFill/>
        </p:spPr>
        <p:txBody>
          <a:bodyPr wrap="square" rtlCol="0">
            <a:spAutoFit/>
          </a:bodyPr>
          <a:lstStyle/>
          <a:p>
            <a:r>
              <a:rPr kumimoji="1" lang="en" altLang="ja-JP" sz="1400" dirty="0">
                <a:latin typeface="Meiryo UI" panose="020B0604030504040204" pitchFamily="50" charset="-128"/>
                <a:ea typeface="Meiryo UI" panose="020B0604030504040204" pitchFamily="50" charset="-128"/>
              </a:rPr>
              <a:t>PEP8-ja and put one space (whitespace) in the following cases:</a:t>
            </a: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Both sides of the next two term operators</a:t>
            </a:r>
            <a:endParaRPr kumimoji="1" lang="en-US" altLang="ja-JP" sz="1400" dirty="0">
              <a:latin typeface="Meiryo UI" panose="020B0604030504040204" pitchFamily="50" charset="-128"/>
              <a:ea typeface="Meiryo UI" panose="020B0604030504040204" pitchFamily="50" charset="-128"/>
            </a:endParaRPr>
          </a:p>
          <a:p>
            <a:pPr marL="1200150" lvl="2" indent="-285750">
              <a:buFont typeface="Wingdings" panose="05000000000000000000" pitchFamily="2" charset="2"/>
              <a:buChar char="ü"/>
            </a:pPr>
            <a:r>
              <a:rPr kumimoji="1" lang="en" altLang="en-US" sz="1400" dirty="0">
                <a:latin typeface="Meiryo UI" panose="020B0604030504040204" pitchFamily="50" charset="-128"/>
                <a:ea typeface="Meiryo UI" panose="020B0604030504040204" pitchFamily="50" charset="-128"/>
              </a:rPr>
              <a:t>Assignment Operator (=)</a:t>
            </a:r>
          </a:p>
          <a:p>
            <a:pPr marL="1200150" lvl="2" indent="-285750">
              <a:buFont typeface="Wingdings" panose="05000000000000000000" pitchFamily="2" charset="2"/>
              <a:buChar char="ü"/>
            </a:pPr>
            <a:r>
              <a:rPr kumimoji="1" lang="en" altLang="en-US" sz="1400" dirty="0">
                <a:latin typeface="Meiryo UI" panose="020B0604030504040204" pitchFamily="50" charset="-128"/>
                <a:ea typeface="Meiryo UI" panose="020B0604030504040204" pitchFamily="50" charset="-128"/>
              </a:rPr>
              <a:t>Extended assignment operators (+=,-=, etc.)</a:t>
            </a:r>
          </a:p>
          <a:p>
            <a:pPr marL="1200150" lvl="2" indent="-285750">
              <a:buFont typeface="Wingdings" panose="05000000000000000000" pitchFamily="2" charset="2"/>
              <a:buChar char="ü"/>
            </a:pPr>
            <a:r>
              <a:rPr kumimoji="1" lang="en" altLang="en-US" sz="1400" dirty="0">
                <a:latin typeface="Meiryo UI" panose="020B0604030504040204" pitchFamily="50" charset="-128"/>
                <a:ea typeface="Meiryo UI" panose="020B0604030504040204" pitchFamily="50" charset="-128"/>
              </a:rPr>
              <a:t>Comparison operators (==, &lt;, &gt;, !=, &lt;&gt;, &lt;=, &gt;=, in, not in, is, is not)</a:t>
            </a:r>
          </a:p>
          <a:p>
            <a:pPr marL="1200150" lvl="2" indent="-285750">
              <a:buFont typeface="Wingdings" panose="05000000000000000000" pitchFamily="2" charset="2"/>
              <a:buChar char="ü"/>
            </a:pPr>
            <a:r>
              <a:rPr kumimoji="1" lang="en" altLang="en-US" sz="1400" dirty="0">
                <a:latin typeface="Meiryo UI" panose="020B0604030504040204" pitchFamily="50" charset="-128"/>
                <a:ea typeface="Meiryo UI" panose="020B0604030504040204" pitchFamily="50" charset="-128"/>
              </a:rPr>
              <a:t>Boolean operators (and, or, not)</a:t>
            </a:r>
          </a:p>
          <a:p>
            <a:pPr marL="742950" lvl="1" indent="-285750">
              <a:buFont typeface="Arial" panose="020B0604020202020204" pitchFamily="34" charset="0"/>
              <a:buChar char="•"/>
            </a:pPr>
            <a:r>
              <a:rPr kumimoji="1" lang="en-US" altLang="en-US" sz="1400" dirty="0">
                <a:latin typeface="Meiryo UI" panose="020B0604030504040204" pitchFamily="50" charset="-128"/>
                <a:ea typeface="Meiryo UI" panose="020B0604030504040204" pitchFamily="50" charset="-128"/>
              </a:rPr>
              <a:t>When dealing with operators of different precedence, on both sides of the operator with the lowest precedence</a:t>
            </a:r>
            <a:endParaRPr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Both sides of the function annotation operator (-&gt;)</a:t>
            </a:r>
            <a:endParaRPr lang="en-US" altLang="ja-JP" sz="1400" dirty="0">
              <a:latin typeface="Meiryo UI" panose="020B0604030504040204" pitchFamily="50" charset="-128"/>
              <a:ea typeface="Meiryo UI" panose="020B0604030504040204" pitchFamily="50" charset="-128"/>
            </a:endParaRPr>
          </a:p>
          <a:p>
            <a:pPr lvl="1"/>
            <a:endParaRPr lang="en-US" altLang="ja-JP" sz="1400" dirty="0">
              <a:latin typeface="Meiryo UI" panose="020B0604030504040204" pitchFamily="50" charset="-128"/>
              <a:ea typeface="Meiryo UI" panose="020B0604030504040204" pitchFamily="50" charset="-128"/>
            </a:endParaRPr>
          </a:p>
          <a:p>
            <a:r>
              <a:rPr kumimoji="1" lang="en" altLang="en-US" sz="1400" dirty="0">
                <a:latin typeface="Meiryo UI" panose="020B0604030504040204" pitchFamily="50" charset="-128"/>
                <a:ea typeface="Meiryo UI" panose="020B0604030504040204" pitchFamily="50" charset="-128"/>
              </a:rPr>
              <a:t>Exception: </a:t>
            </a:r>
            <a:r>
              <a:rPr kumimoji="1" lang="en-US" altLang="en-US" sz="1400" dirty="0">
                <a:latin typeface="Meiryo UI" panose="020B0604030504040204" pitchFamily="50" charset="-128"/>
                <a:ea typeface="Meiryo UI" panose="020B0604030504040204" pitchFamily="50" charset="-128"/>
              </a:rPr>
              <a:t>Do not add spaces around the = sign used for keyword arguments or default parameters in function arguments that are not annotated.</a:t>
            </a:r>
            <a:endParaRPr kumimoji="1" lang="en-US" altLang="ja-JP" sz="1400" dirty="0">
              <a:latin typeface="Meiryo UI" panose="020B0604030504040204" pitchFamily="50" charset="-128"/>
              <a:ea typeface="Meiryo UI" panose="020B0604030504040204" pitchFamily="50" charset="-128"/>
            </a:endParaRPr>
          </a:p>
          <a:p>
            <a:r>
              <a:rPr lang="en" altLang="en-US" sz="1400" dirty="0">
                <a:latin typeface="Meiryo UI" panose="020B0604030504040204" pitchFamily="50" charset="-128"/>
                <a:ea typeface="Meiryo UI" panose="020B0604030504040204" pitchFamily="50" charset="-128"/>
              </a:rPr>
              <a:t>When combined with an argument annotation with a default value, put a space before and after =.</a:t>
            </a:r>
            <a:endParaRPr kumimoji="1" lang="en-US" altLang="ja-JP" sz="1400" dirty="0">
              <a:latin typeface="Meiryo UI" panose="020B0604030504040204" pitchFamily="50" charset="-128"/>
              <a:ea typeface="Meiryo UI" panose="020B0604030504040204" pitchFamily="50" charset="-128"/>
            </a:endParaRPr>
          </a:p>
          <a:p>
            <a:endParaRPr lang="en-US" altLang="ja-JP" sz="1400" dirty="0">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58A05120-7A97-0FBC-1472-E0914F86D685}"/>
              </a:ext>
            </a:extLst>
          </p:cNvPr>
          <p:cNvSpPr/>
          <p:nvPr/>
        </p:nvSpPr>
        <p:spPr>
          <a:xfrm>
            <a:off x="767613" y="5484181"/>
            <a:ext cx="5472608" cy="720080"/>
          </a:xfrm>
          <a:prstGeom prst="rect">
            <a:avLst/>
          </a:prstGeom>
          <a:solidFill>
            <a:schemeClr val="bg1">
              <a:lumMod val="95000"/>
            </a:schemeClr>
          </a:solidFill>
          <a:ln>
            <a:solidFill>
              <a:srgbClr val="7F7F7F"/>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r>
              <a:rPr kumimoji="1" lang="en" altLang="en-US" sz="1200" dirty="0">
                <a:solidFill>
                  <a:schemeClr val="tx1"/>
                </a:solidFill>
                <a:latin typeface="Meiryo UI" panose="020B0604030504040204" pitchFamily="50" charset="-128"/>
                <a:ea typeface="Meiryo UI" panose="020B0604030504040204" pitchFamily="50" charset="-128"/>
              </a:rPr>
              <a:t>Reference URL</a:t>
            </a:r>
          </a:p>
          <a:p>
            <a:r>
              <a:rPr lang="en" altLang="ja-JP" sz="1200" dirty="0">
                <a:solidFill>
                  <a:schemeClr val="tx1"/>
                </a:solidFill>
                <a:latin typeface="Meiryo UI" panose="020B0604030504040204" pitchFamily="50" charset="-128"/>
                <a:ea typeface="Meiryo UI" panose="020B0604030504040204" pitchFamily="50" charset="-128"/>
              </a:rPr>
              <a:t>https://pep8-ja.readthedocs.io/ja/latest/#id15</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93799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E0272-6AB1-C02E-CE4F-2FD8E5825FB9}"/>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DB3253CE-4687-62E8-6FFC-32B938A0832A}"/>
              </a:ext>
            </a:extLst>
          </p:cNvPr>
          <p:cNvSpPr txBox="1"/>
          <p:nvPr/>
        </p:nvSpPr>
        <p:spPr>
          <a:xfrm>
            <a:off x="578120" y="352134"/>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 altLang="ja-JP" sz="2800" b="1" dirty="0">
                <a:solidFill>
                  <a:prstClr val="black"/>
                </a:solidFill>
                <a:latin typeface="Meiryo UI" panose="020B0604030504040204" pitchFamily="34" charset="-128"/>
                <a:ea typeface="Meiryo UI" panose="020B0604030504040204" pitchFamily="34" charset="-128"/>
                <a:cs typeface="Meiryo" charset="-128"/>
              </a:rPr>
              <a:t>9. Spaces (2/2) </a:t>
            </a:r>
          </a:p>
        </p:txBody>
      </p:sp>
      <p:sp>
        <p:nvSpPr>
          <p:cNvPr id="3" name="スライド番号プレースホルダー 7">
            <a:extLst>
              <a:ext uri="{FF2B5EF4-FFF2-40B4-BE49-F238E27FC236}">
                <a16:creationId xmlns:a16="http://schemas.microsoft.com/office/drawing/2014/main" id="{92A4F303-5743-09F7-154E-83B1D960D036}"/>
              </a:ext>
            </a:extLst>
          </p:cNvPr>
          <p:cNvSpPr>
            <a:spLocks noGrp="1"/>
          </p:cNvSpPr>
          <p:nvPr>
            <p:ph type="sldNum" sz="quarter" idx="12"/>
          </p:nvPr>
        </p:nvSpPr>
        <p:spPr>
          <a:xfrm>
            <a:off x="11750040" y="6493510"/>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4" name="テキスト ボックス 3">
            <a:extLst>
              <a:ext uri="{FF2B5EF4-FFF2-40B4-BE49-F238E27FC236}">
                <a16:creationId xmlns:a16="http://schemas.microsoft.com/office/drawing/2014/main" id="{72AC5156-B601-F4EC-E44C-874C5458BE37}"/>
              </a:ext>
            </a:extLst>
          </p:cNvPr>
          <p:cNvSpPr txBox="1"/>
          <p:nvPr/>
        </p:nvSpPr>
        <p:spPr>
          <a:xfrm>
            <a:off x="578120" y="1042207"/>
            <a:ext cx="10534247" cy="2031325"/>
          </a:xfrm>
          <a:prstGeom prst="rect">
            <a:avLst/>
          </a:prstGeom>
          <a:noFill/>
        </p:spPr>
        <p:txBody>
          <a:bodyPr wrap="square" rtlCol="0">
            <a:spAutoFit/>
          </a:bodyPr>
          <a:lstStyle/>
          <a:p>
            <a:r>
              <a:rPr kumimoji="1" lang="en" altLang="ja-JP" sz="1400" dirty="0">
                <a:latin typeface="Meiryo UI" panose="020B0604030504040204" pitchFamily="50" charset="-128"/>
                <a:ea typeface="Meiryo UI" panose="020B0604030504040204" pitchFamily="50" charset="-128"/>
              </a:rPr>
              <a:t>Comply with pep8-ja and do not use spaces (whitespaces) if:</a:t>
            </a: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Immediately after the beginning of parentheses, brackets, and curly brackets and just before the end</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Between the trailing comma and the closing parentheses that follow</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Just before comma, semicolon, or colon</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Start the argument list of the function call just before the opening parentheses</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dirty="0">
                <a:latin typeface="Meiryo UI" panose="020B0604030504040204" pitchFamily="50" charset="-128"/>
                <a:ea typeface="Meiryo UI" panose="020B0604030504040204" pitchFamily="50" charset="-128"/>
              </a:rPr>
              <a:t>Index or slice opening just before parentheses</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 altLang="en-US" sz="1400">
                <a:latin typeface="Meiryo UI" panose="020B0604030504040204" pitchFamily="50" charset="-128"/>
                <a:ea typeface="Meiryo UI" panose="020B0604030504040204" pitchFamily="50" charset="-128"/>
              </a:rPr>
              <a:t>End of line</a:t>
            </a:r>
            <a:endParaRPr kumimoji="1"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endParaRPr lang="en-US" altLang="ja-JP" sz="1400" dirty="0">
              <a:latin typeface="Meiryo UI" panose="020B0604030504040204" pitchFamily="50" charset="-128"/>
              <a:ea typeface="Meiryo UI" panose="020B0604030504040204" pitchFamily="50" charset="-128"/>
            </a:endParaRPr>
          </a:p>
          <a:p>
            <a:endParaRPr kumimoji="1" lang="ja-JP" altLang="en-US" sz="1400" dirty="0">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7155FAC3-F35F-0C85-C102-9ED1270D8CE9}"/>
              </a:ext>
            </a:extLst>
          </p:cNvPr>
          <p:cNvSpPr/>
          <p:nvPr/>
        </p:nvSpPr>
        <p:spPr>
          <a:xfrm>
            <a:off x="617177" y="5624140"/>
            <a:ext cx="5472608" cy="720080"/>
          </a:xfrm>
          <a:prstGeom prst="rect">
            <a:avLst/>
          </a:prstGeom>
          <a:solidFill>
            <a:schemeClr val="bg1">
              <a:lumMod val="95000"/>
            </a:schemeClr>
          </a:solidFill>
          <a:ln>
            <a:solidFill>
              <a:srgbClr val="7F7F7F"/>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r>
              <a:rPr kumimoji="1" lang="en" altLang="en-US" sz="1200" dirty="0">
                <a:solidFill>
                  <a:schemeClr val="tx1"/>
                </a:solidFill>
                <a:latin typeface="Meiryo UI" panose="020B0604030504040204" pitchFamily="50" charset="-128"/>
                <a:ea typeface="Meiryo UI" panose="020B0604030504040204" pitchFamily="50" charset="-128"/>
              </a:rPr>
              <a:t>Reference URL</a:t>
            </a:r>
          </a:p>
          <a:p>
            <a:r>
              <a:rPr kumimoji="1" lang="en" altLang="ja-JP" sz="1200" dirty="0">
                <a:solidFill>
                  <a:schemeClr val="tx1"/>
                </a:solidFill>
                <a:latin typeface="Meiryo UI" panose="020B0604030504040204" pitchFamily="50" charset="-128"/>
                <a:ea typeface="Meiryo UI" panose="020B0604030504040204" pitchFamily="50" charset="-128"/>
              </a:rPr>
              <a:t>https://pep8-ja.readthedocs.io/ja/latest/#id16</a:t>
            </a:r>
          </a:p>
        </p:txBody>
      </p:sp>
    </p:spTree>
    <p:extLst>
      <p:ext uri="{BB962C8B-B14F-4D97-AF65-F5344CB8AC3E}">
        <p14:creationId xmlns:p14="http://schemas.microsoft.com/office/powerpoint/2010/main" val="398463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8D2FD-82DD-C2D7-1267-EA8CA18C0DF1}"/>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43CAFFF1-A88F-77CD-65DB-8EEA90CBABB9}"/>
              </a:ext>
            </a:extLst>
          </p:cNvPr>
          <p:cNvSpPr txBox="1"/>
          <p:nvPr/>
        </p:nvSpPr>
        <p:spPr>
          <a:xfrm>
            <a:off x="578120" y="352134"/>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 altLang="ja-JP" sz="2800" b="1" dirty="0">
                <a:solidFill>
                  <a:prstClr val="black"/>
                </a:solidFill>
                <a:latin typeface="Meiryo UI" panose="020B0604030504040204" pitchFamily="50" charset="-128"/>
                <a:ea typeface="Meiryo UI" panose="020B0604030504040204" pitchFamily="50" charset="-128"/>
                <a:cs typeface="Meiryo" charset="-128"/>
              </a:rPr>
              <a:t>10. Indentation </a:t>
            </a:r>
          </a:p>
        </p:txBody>
      </p:sp>
      <p:sp>
        <p:nvSpPr>
          <p:cNvPr id="3" name="スライド番号プレースホルダー 7">
            <a:extLst>
              <a:ext uri="{FF2B5EF4-FFF2-40B4-BE49-F238E27FC236}">
                <a16:creationId xmlns:a16="http://schemas.microsoft.com/office/drawing/2014/main" id="{68BDE464-4457-9CBA-6AB9-B50840D8E3C0}"/>
              </a:ext>
            </a:extLst>
          </p:cNvPr>
          <p:cNvSpPr>
            <a:spLocks noGrp="1"/>
          </p:cNvSpPr>
          <p:nvPr>
            <p:ph type="sldNum" sz="quarter" idx="12"/>
          </p:nvPr>
        </p:nvSpPr>
        <p:spPr>
          <a:xfrm>
            <a:off x="11750040" y="6493510"/>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A4F2A9D0-D7A6-C61B-520E-45A796EE5675}"/>
              </a:ext>
            </a:extLst>
          </p:cNvPr>
          <p:cNvSpPr txBox="1"/>
          <p:nvPr/>
        </p:nvSpPr>
        <p:spPr>
          <a:xfrm>
            <a:off x="578120" y="875354"/>
            <a:ext cx="10534247" cy="738664"/>
          </a:xfrm>
          <a:prstGeom prst="rect">
            <a:avLst/>
          </a:prstGeom>
          <a:noFill/>
        </p:spPr>
        <p:txBody>
          <a:bodyPr wrap="square" rtlCol="0">
            <a:spAutoFit/>
          </a:bodyPr>
          <a:lstStyle/>
          <a:p>
            <a:r>
              <a:rPr lang="en" altLang="en-US" sz="1400" dirty="0">
                <a:latin typeface="Meiryo UI" panose="020B0604030504040204" pitchFamily="50" charset="-128"/>
                <a:ea typeface="Meiryo UI" panose="020B0604030504040204" pitchFamily="50" charset="-128"/>
              </a:rPr>
              <a:t>Indentation should have 4 half-width spaces per level.</a:t>
            </a:r>
          </a:p>
          <a:p>
            <a:r>
              <a:rPr lang="en" altLang="en-US" sz="1400" dirty="0">
                <a:latin typeface="Meiryo UI" panose="020B0604030504040204" pitchFamily="50" charset="-128"/>
                <a:ea typeface="Meiryo UI" panose="020B0604030504040204" pitchFamily="50" charset="-128"/>
              </a:rPr>
              <a:t>Do not use tab indentation because the display varies depending on the environment/editor.</a:t>
            </a:r>
            <a:endParaRPr lang="en-US" altLang="ja-JP" sz="1400" dirty="0">
              <a:latin typeface="Meiryo UI" panose="020B0604030504040204" pitchFamily="50" charset="-128"/>
              <a:ea typeface="Meiryo UI" panose="020B0604030504040204" pitchFamily="50" charset="-128"/>
            </a:endParaRPr>
          </a:p>
          <a:p>
            <a:r>
              <a:rPr lang="en" altLang="en-US" sz="1400">
                <a:latin typeface="Meiryo UI" panose="020B0604030504040204" pitchFamily="50" charset="-128"/>
                <a:ea typeface="Meiryo UI" panose="020B0604030504040204" pitchFamily="50" charset="-128"/>
              </a:rPr>
              <a:t>Don't mix tabs and spaces in indentation.</a:t>
            </a:r>
            <a:endParaRPr lang="ja-JP" altLang="en-US"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57868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36988-24D5-69F8-82B7-62D726B64C65}"/>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1BCD6D92-EB58-CC32-3A2F-8477C83BAE9D}"/>
              </a:ext>
            </a:extLst>
          </p:cNvPr>
          <p:cNvSpPr txBox="1"/>
          <p:nvPr/>
        </p:nvSpPr>
        <p:spPr>
          <a:xfrm>
            <a:off x="578120" y="352134"/>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 altLang="ja-JP" sz="2800" b="1" dirty="0">
                <a:solidFill>
                  <a:prstClr val="black"/>
                </a:solidFill>
                <a:latin typeface="Meiryo UI" panose="020B0604030504040204" pitchFamily="50" charset="-128"/>
                <a:ea typeface="Meiryo UI" panose="020B0604030504040204" pitchFamily="50" charset="-128"/>
                <a:cs typeface="Meiryo" charset="-128"/>
              </a:rPr>
              <a:t>11. Exception Handling </a:t>
            </a:r>
          </a:p>
        </p:txBody>
      </p:sp>
      <p:sp>
        <p:nvSpPr>
          <p:cNvPr id="3" name="スライド番号プレースホルダー 7">
            <a:extLst>
              <a:ext uri="{FF2B5EF4-FFF2-40B4-BE49-F238E27FC236}">
                <a16:creationId xmlns:a16="http://schemas.microsoft.com/office/drawing/2014/main" id="{3DB4E745-5012-E888-FC4E-4CE3A251FD87}"/>
              </a:ext>
            </a:extLst>
          </p:cNvPr>
          <p:cNvSpPr>
            <a:spLocks noGrp="1"/>
          </p:cNvSpPr>
          <p:nvPr>
            <p:ph type="sldNum" sz="quarter" idx="12"/>
          </p:nvPr>
        </p:nvSpPr>
        <p:spPr>
          <a:xfrm>
            <a:off x="11750040" y="6493510"/>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2AE37115-47E7-2C37-5577-6C9CEB44F72C}"/>
              </a:ext>
            </a:extLst>
          </p:cNvPr>
          <p:cNvSpPr txBox="1"/>
          <p:nvPr/>
        </p:nvSpPr>
        <p:spPr>
          <a:xfrm>
            <a:off x="578120" y="875354"/>
            <a:ext cx="10534247" cy="738664"/>
          </a:xfrm>
          <a:prstGeom prst="rect">
            <a:avLst/>
          </a:prstGeom>
          <a:noFill/>
        </p:spPr>
        <p:txBody>
          <a:bodyPr wrap="square" rtlCol="0">
            <a:spAutoFit/>
          </a:bodyPr>
          <a:lstStyle/>
          <a:p>
            <a:r>
              <a:rPr lang="en" altLang="en-US" sz="1400" dirty="0">
                <a:latin typeface="Meiryo UI" panose="020B0604030504040204" pitchFamily="50" charset="-128"/>
                <a:ea typeface="Meiryo UI" panose="020B0604030504040204" pitchFamily="50" charset="-128"/>
              </a:rPr>
              <a:t>In principle, expect exception as e_exception is used.</a:t>
            </a:r>
          </a:p>
          <a:p>
            <a:pPr marL="742950" lvl="1" indent="-285750">
              <a:buFont typeface="Arial" panose="020B0604020202020204" pitchFamily="34" charset="0"/>
              <a:buChar char="•"/>
            </a:pPr>
            <a:r>
              <a:rPr lang="en" altLang="en-US" sz="1400" dirty="0">
                <a:latin typeface="Meiryo UI" panose="020B0604030504040204" pitchFamily="50" charset="-128"/>
                <a:ea typeface="Meiryo UI" panose="020B0604030504040204" pitchFamily="50" charset="-128"/>
              </a:rPr>
              <a:t>In order to facilitate recovery in the event of an error, implement individual exception handling as much as possible and output appropriate messages.</a:t>
            </a:r>
            <a:br>
              <a:rPr lang="en-US" altLang="ja-JP" sz="1400" dirty="0">
                <a:latin typeface="Meiryo UI" panose="020B0604030504040204" pitchFamily="50" charset="-128"/>
                <a:ea typeface="Meiryo UI" panose="020B0604030504040204" pitchFamily="50" charset="-128"/>
              </a:rPr>
            </a:br>
            <a:r>
              <a:rPr lang="en" altLang="en-US" sz="1400" dirty="0">
                <a:latin typeface="Meiryo UI" panose="020B0604030504040204" pitchFamily="50" charset="-128"/>
                <a:ea typeface="Meiryo UI" panose="020B0604030504040204" pitchFamily="50" charset="-128"/>
              </a:rPr>
              <a:t> For example, for HTTP request errors (= response status code outside the 200s), separate exception handling is performed</a:t>
            </a:r>
          </a:p>
        </p:txBody>
      </p:sp>
      <p:sp>
        <p:nvSpPr>
          <p:cNvPr id="2" name="正方形/長方形 1">
            <a:extLst>
              <a:ext uri="{FF2B5EF4-FFF2-40B4-BE49-F238E27FC236}">
                <a16:creationId xmlns:a16="http://schemas.microsoft.com/office/drawing/2014/main" id="{7D40F6EF-DBC4-6661-2A19-B01BEDA7B0F3}"/>
              </a:ext>
            </a:extLst>
          </p:cNvPr>
          <p:cNvSpPr/>
          <p:nvPr/>
        </p:nvSpPr>
        <p:spPr>
          <a:xfrm>
            <a:off x="578120" y="2663059"/>
            <a:ext cx="7128792" cy="2232248"/>
          </a:xfrm>
          <a:prstGeom prst="rect">
            <a:avLst/>
          </a:prstGeom>
          <a:ln>
            <a:solidFill>
              <a:srgbClr val="7F7F7F"/>
            </a:solidFill>
          </a:ln>
        </p:spPr>
        <p:style>
          <a:lnRef idx="2">
            <a:schemeClr val="accent6"/>
          </a:lnRef>
          <a:fillRef idx="1">
            <a:schemeClr val="lt1"/>
          </a:fillRef>
          <a:effectRef idx="0">
            <a:schemeClr val="accent6"/>
          </a:effectRef>
          <a:fontRef idx="minor">
            <a:schemeClr val="dk1"/>
          </a:fontRef>
        </p:style>
        <p:txBody>
          <a:bodyPr rtlCol="0" anchor="ctr"/>
          <a:lstStyle/>
          <a:p>
            <a:r>
              <a:rPr lang="en" altLang="en-US" sz="1200" dirty="0">
                <a:latin typeface="MS Gothic" panose="020B0609070205080204" pitchFamily="49" charset="-128"/>
                <a:ea typeface="MS Gothic" panose="020B0609070205080204" pitchFamily="49" charset="-128"/>
              </a:rPr>
              <a:t># Execute HTTP requests.</a:t>
            </a:r>
            <a:endParaRPr lang="en-US" altLang="ja-JP" sz="1200" dirty="0">
              <a:latin typeface="MS Gothic" panose="020B0609070205080204" pitchFamily="49" charset="-128"/>
              <a:ea typeface="MS Gothic" panose="020B0609070205080204" pitchFamily="49" charset="-128"/>
            </a:endParaRPr>
          </a:p>
          <a:p>
            <a:r>
              <a:rPr lang="en" altLang="en-US" sz="1200" dirty="0">
                <a:latin typeface="MS Gothic" panose="020B0609070205080204" pitchFamily="49" charset="-128"/>
                <a:ea typeface="MS Gothic" panose="020B0609070205080204" pitchFamily="49" charset="-128"/>
              </a:rPr>
              <a:t>response = requests.post(・・・)</a:t>
            </a:r>
          </a:p>
          <a:p>
            <a:endParaRPr lang="en-US" altLang="ja-JP" sz="1200" dirty="0">
              <a:latin typeface="MS Gothic" panose="020B0609070205080204" pitchFamily="49" charset="-128"/>
              <a:ea typeface="MS Gothic" panose="020B0609070205080204" pitchFamily="49" charset="-128"/>
            </a:endParaRPr>
          </a:p>
          <a:p>
            <a:r>
              <a:rPr lang="en" altLang="ja-JP" sz="1200" dirty="0">
                <a:latin typeface="MS Gothic" panose="020B0609070205080204" pitchFamily="49" charset="-128"/>
                <a:ea typeface="MS Gothic" panose="020B0609070205080204" pitchFamily="49" charset="-128"/>
              </a:rPr>
              <a:t>#4XX系,5XX HTTP response will raise an exception.</a:t>
            </a:r>
          </a:p>
          <a:p>
            <a:r>
              <a:rPr lang="en" altLang="en-US" sz="1200" dirty="0">
                <a:latin typeface="MS Gothic" panose="020B0609070205080204" pitchFamily="49" charset="-128"/>
                <a:ea typeface="MS Gothic" panose="020B0609070205080204" pitchFamily="49" charset="-128"/>
              </a:rPr>
              <a:t>            response.</a:t>
            </a:r>
            <a:r>
              <a:rPr lang="en" altLang="ja-JP" sz="1200" b="1" dirty="0" err="1">
                <a:latin typeface="MS Gothic" panose="020B0609070205080204" pitchFamily="49" charset="-128"/>
                <a:ea typeface="MS Gothic" panose="020B0609070205080204" pitchFamily="49" charset="-128"/>
              </a:rPr>
              <a:t>raise_for_status()</a:t>
            </a:r>
          </a:p>
          <a:p>
            <a:endParaRPr lang="ja-JP" altLang="en-US" sz="1200" dirty="0">
              <a:latin typeface="MS Gothic" panose="020B0609070205080204" pitchFamily="49" charset="-128"/>
              <a:ea typeface="MS Gothic" panose="020B0609070205080204" pitchFamily="49" charset="-128"/>
            </a:endParaRPr>
          </a:p>
          <a:p>
            <a:r>
              <a:rPr lang="en" altLang="ja-JP" sz="1200" dirty="0">
                <a:latin typeface="MS Gothic" panose="020B0609070205080204" pitchFamily="49" charset="-128"/>
                <a:ea typeface="MS Gothic" panose="020B0609070205080204" pitchFamily="49" charset="-128"/>
              </a:rPr>
              <a:t>        </a:t>
            </a:r>
            <a:r>
              <a:rPr lang="en" altLang="ja-JP" sz="1200" b="1" dirty="0">
                <a:latin typeface="MS Gothic" panose="020B0609070205080204" pitchFamily="49" charset="-128"/>
                <a:ea typeface="MS Gothic" panose="020B0609070205080204" pitchFamily="49" charset="-128"/>
              </a:rPr>
              <a:t>except requests.exceptions.RequestException as e_request:</a:t>
            </a:r>
          </a:p>
          <a:p>
            <a:r>
              <a:rPr lang="en" altLang="en-US" sz="1200" b="1" dirty="0">
                <a:latin typeface="MS Gothic" panose="020B0609070205080204" pitchFamily="49" charset="-128"/>
                <a:ea typeface="MS Gothic" panose="020B0609070205080204" pitchFamily="49" charset="-128"/>
              </a:rPr>
              <a:t>　　　</a:t>
            </a:r>
            <a:r>
              <a:rPr lang="en" altLang="en-US" sz="1200" dirty="0">
                <a:latin typeface="MS Gothic" panose="020B0609070205080204" pitchFamily="49" charset="-128"/>
                <a:ea typeface="MS Gothic" panose="020B0609070205080204" pitchFamily="49" charset="-128"/>
              </a:rPr>
              <a:t>(Exception handling for HTTPError)</a:t>
            </a:r>
          </a:p>
          <a:p>
            <a:endParaRPr lang="en-US" altLang="ja-JP" sz="1200" dirty="0">
              <a:latin typeface="MS Gothic" panose="020B0609070205080204" pitchFamily="49" charset="-128"/>
              <a:ea typeface="MS Gothic" panose="020B0609070205080204" pitchFamily="49" charset="-128"/>
            </a:endParaRPr>
          </a:p>
          <a:p>
            <a:r>
              <a:rPr lang="en" altLang="ja-JP" sz="1200" dirty="0">
                <a:latin typeface="MS Gothic" panose="020B0609070205080204" pitchFamily="49" charset="-128"/>
                <a:ea typeface="MS Gothic" panose="020B0609070205080204" pitchFamily="49" charset="-128"/>
              </a:rPr>
              <a:t>except Exception as e_exception:</a:t>
            </a:r>
          </a:p>
          <a:p>
            <a:r>
              <a:rPr lang="en" altLang="en-US" sz="1200" b="1" dirty="0">
                <a:latin typeface="MS Gothic" panose="020B0609070205080204" pitchFamily="49" charset="-128"/>
                <a:ea typeface="MS Gothic" panose="020B0609070205080204" pitchFamily="49" charset="-128"/>
              </a:rPr>
              <a:t>　　　</a:t>
            </a:r>
            <a:r>
              <a:rPr lang="en" altLang="en-US" sz="1200" dirty="0">
                <a:latin typeface="MS Gothic" panose="020B0609070205080204" pitchFamily="49" charset="-128"/>
                <a:ea typeface="MS Gothic" panose="020B0609070205080204" pitchFamily="49" charset="-128"/>
              </a:rPr>
              <a:t>(Exception handling for exceptions other than HTTPError)</a:t>
            </a:r>
          </a:p>
          <a:p>
            <a:endParaRPr lang="en-US" altLang="ja-JP" sz="1200" dirty="0">
              <a:latin typeface="MS Gothic" panose="020B0609070205080204" pitchFamily="49" charset="-128"/>
              <a:ea typeface="MS Gothic" panose="020B0609070205080204" pitchFamily="49" charset="-128"/>
            </a:endParaRPr>
          </a:p>
        </p:txBody>
      </p:sp>
      <p:sp>
        <p:nvSpPr>
          <p:cNvPr id="5" name="テキスト ボックス 4">
            <a:extLst>
              <a:ext uri="{FF2B5EF4-FFF2-40B4-BE49-F238E27FC236}">
                <a16:creationId xmlns:a16="http://schemas.microsoft.com/office/drawing/2014/main" id="{886A36D9-462F-004D-2AFF-88FC0C38A39A}"/>
              </a:ext>
            </a:extLst>
          </p:cNvPr>
          <p:cNvSpPr txBox="1"/>
          <p:nvPr/>
        </p:nvSpPr>
        <p:spPr>
          <a:xfrm>
            <a:off x="578120" y="2355282"/>
            <a:ext cx="1476686" cy="307777"/>
          </a:xfrm>
          <a:prstGeom prst="rect">
            <a:avLst/>
          </a:prstGeom>
          <a:noFill/>
        </p:spPr>
        <p:txBody>
          <a:bodyPr wrap="none" rtlCol="0">
            <a:spAutoFit/>
          </a:bodyPr>
          <a:lstStyle/>
          <a:p>
            <a:r>
              <a:rPr kumimoji="1" lang="en" altLang="en-US" sz="1400" u="sng">
                <a:latin typeface="Meiryo UI" panose="020B0604030504040204" pitchFamily="50" charset="-128"/>
                <a:ea typeface="Meiryo UI" panose="020B0604030504040204" pitchFamily="50" charset="-128"/>
              </a:rPr>
              <a:t>Class description image</a:t>
            </a:r>
          </a:p>
        </p:txBody>
      </p:sp>
      <p:sp>
        <p:nvSpPr>
          <p:cNvPr id="6" name="正方形/長方形 5">
            <a:extLst>
              <a:ext uri="{FF2B5EF4-FFF2-40B4-BE49-F238E27FC236}">
                <a16:creationId xmlns:a16="http://schemas.microsoft.com/office/drawing/2014/main" id="{50A69747-4EBB-FA1F-0402-A811C6635E7B}"/>
              </a:ext>
            </a:extLst>
          </p:cNvPr>
          <p:cNvSpPr/>
          <p:nvPr/>
        </p:nvSpPr>
        <p:spPr>
          <a:xfrm>
            <a:off x="578120" y="5658610"/>
            <a:ext cx="5472608" cy="648072"/>
          </a:xfrm>
          <a:prstGeom prst="rect">
            <a:avLst/>
          </a:prstGeom>
          <a:solidFill>
            <a:schemeClr val="bg1">
              <a:lumMod val="95000"/>
            </a:schemeClr>
          </a:solidFill>
          <a:ln>
            <a:solidFill>
              <a:srgbClr val="7F7F7F"/>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r>
              <a:rPr kumimoji="1" lang="en" altLang="en-US" sz="1200" dirty="0">
                <a:solidFill>
                  <a:schemeClr val="tx1"/>
                </a:solidFill>
                <a:latin typeface="Meiryo UI" panose="020B0604030504040204" pitchFamily="50" charset="-128"/>
                <a:ea typeface="Meiryo UI" panose="020B0604030504040204" pitchFamily="50" charset="-128"/>
              </a:rPr>
              <a:t>Reference URL</a:t>
            </a:r>
          </a:p>
          <a:p>
            <a:r>
              <a:rPr lang="en" altLang="ja-JP" sz="1200" u="sng" dirty="0">
                <a:solidFill>
                  <a:schemeClr val="tx1"/>
                </a:solidFill>
                <a:latin typeface="Meiryo UI" panose="020B0604030504040204" pitchFamily="50" charset="-128"/>
                <a:ea typeface="Meiryo UI" panose="020B0604030504040204" pitchFamily="50" charset="-128"/>
                <a:hlinkClick r:id="rId3">
                  <a:extLst>
                    <a:ext uri="{A12FA001-AC4F-418D-AE19-62706E023703}">
                      <ahyp:hlinkClr xmlns:ahyp="http://schemas.microsoft.com/office/drawing/2018/hyperlinkcolor" val="tx"/>
                    </a:ext>
                  </a:extLst>
                </a:hlinkClick>
              </a:rPr>
              <a:t>https://pep8-ja.readthedocs.io/ja/latest/#id24</a:t>
            </a:r>
            <a:endParaRPr lang="en-US" altLang="ja-JP" sz="1200" u="sng" dirty="0">
              <a:solidFill>
                <a:schemeClr val="tx1"/>
              </a:solidFill>
              <a:latin typeface="Meiryo UI" panose="020B0604030504040204" pitchFamily="50" charset="-128"/>
              <a:ea typeface="Meiryo UI" panose="020B0604030504040204" pitchFamily="50" charset="-128"/>
            </a:endParaRPr>
          </a:p>
          <a:p>
            <a:r>
              <a:rPr lang="en" altLang="ja-JP" sz="1200" u="sng" dirty="0">
                <a:solidFill>
                  <a:schemeClr val="tx1"/>
                </a:solidFill>
                <a:latin typeface="Meiryo UI" panose="020B0604030504040204" pitchFamily="50" charset="-128"/>
                <a:ea typeface="Meiryo UI" panose="020B0604030504040204" pitchFamily="50" charset="-128"/>
                <a:hlinkClick r:id="rId4">
                  <a:extLst>
                    <a:ext uri="{A12FA001-AC4F-418D-AE19-62706E023703}">
                      <ahyp:hlinkClr xmlns:ahyp="http://schemas.microsoft.com/office/drawing/2018/hyperlinkcolor" val="tx"/>
                    </a:ext>
                  </a:extLst>
                </a:hlinkClick>
              </a:rPr>
              <a:t>https://qiita.com/paco_itengineer/items/4c778cdcd0cf3d8faa2d</a:t>
            </a:r>
            <a:endParaRPr lang="en-US" altLang="ja-JP" sz="1200" u="sng"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50287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EAA63-C4B4-4FA0-27D9-15EDC0786AAB}"/>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FA3B390D-D7BA-1A8F-E231-184362303BD9}"/>
              </a:ext>
            </a:extLst>
          </p:cNvPr>
          <p:cNvSpPr txBox="1"/>
          <p:nvPr/>
        </p:nvSpPr>
        <p:spPr>
          <a:xfrm>
            <a:off x="578120" y="352134"/>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 altLang="ja-JP" sz="2800" b="1" dirty="0">
                <a:solidFill>
                  <a:prstClr val="black"/>
                </a:solidFill>
                <a:latin typeface="Meiryo UI" panose="020B0604030504040204" pitchFamily="50" charset="-128"/>
                <a:ea typeface="Meiryo UI" panose="020B0604030504040204" pitchFamily="50" charset="-128"/>
                <a:cs typeface="Meiryo" charset="-128"/>
              </a:rPr>
              <a:t>12. JSON file/JSON format string </a:t>
            </a:r>
          </a:p>
        </p:txBody>
      </p:sp>
      <p:sp>
        <p:nvSpPr>
          <p:cNvPr id="3" name="スライド番号プレースホルダー 7">
            <a:extLst>
              <a:ext uri="{FF2B5EF4-FFF2-40B4-BE49-F238E27FC236}">
                <a16:creationId xmlns:a16="http://schemas.microsoft.com/office/drawing/2014/main" id="{79942838-84A2-CF31-2DF0-2F6F72B3DFA8}"/>
              </a:ext>
            </a:extLst>
          </p:cNvPr>
          <p:cNvSpPr>
            <a:spLocks noGrp="1"/>
          </p:cNvSpPr>
          <p:nvPr>
            <p:ph type="sldNum" sz="quarter" idx="12"/>
          </p:nvPr>
        </p:nvSpPr>
        <p:spPr>
          <a:xfrm>
            <a:off x="11750040" y="6493510"/>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72D5BF98-0F76-09C2-BBF0-E1F3A8E5E914}"/>
              </a:ext>
            </a:extLst>
          </p:cNvPr>
          <p:cNvSpPr txBox="1"/>
          <p:nvPr/>
        </p:nvSpPr>
        <p:spPr>
          <a:xfrm>
            <a:off x="590550" y="875354"/>
            <a:ext cx="10534247" cy="1600438"/>
          </a:xfrm>
          <a:prstGeom prst="rect">
            <a:avLst/>
          </a:prstGeom>
          <a:noFill/>
        </p:spPr>
        <p:txBody>
          <a:bodyPr wrap="square" rtlCol="0">
            <a:spAutoFit/>
          </a:bodyPr>
          <a:lstStyle/>
          <a:p>
            <a:r>
              <a:rPr lang="en" altLang="ja-JP" sz="1400" dirty="0">
                <a:latin typeface="Meiryo UI" panose="020B0604030504040204" pitchFamily="50" charset="-128"/>
                <a:ea typeface="Meiryo UI" panose="020B0604030504040204" pitchFamily="50" charset="-128"/>
              </a:rPr>
              <a:t>JSON files/JSON format strings are created using the following rules.</a:t>
            </a:r>
          </a:p>
          <a:p>
            <a:pPr marL="742950" lvl="1" indent="-285750">
              <a:buFont typeface="Arial" panose="020B0604020202020204" pitchFamily="34" charset="0"/>
              <a:buChar char="•"/>
            </a:pPr>
            <a:r>
              <a:rPr lang="en" altLang="en-US" sz="1400" dirty="0">
                <a:latin typeface="Meiryo UI" panose="020B0604030504040204" pitchFamily="50" charset="-128"/>
                <a:ea typeface="Meiryo UI" panose="020B0604030504040204" pitchFamily="50" charset="-128"/>
              </a:rPr>
              <a:t>Quotes use double quotes"</a:t>
            </a:r>
            <a:endParaRPr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en" altLang="en-US" sz="1400" dirty="0">
                <a:latin typeface="Meiryo UI" panose="020B0604030504040204" pitchFamily="50" charset="-128"/>
                <a:ea typeface="Meiryo UI" panose="020B0604030504040204" pitchFamily="50" charset="-128"/>
              </a:rPr>
              <a:t>The value separator is ",", and the key and value separator is ":" (put one half-width space immediately after ",":")</a:t>
            </a:r>
            <a:endParaRPr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endParaRPr lang="en-US" altLang="ja-JP" sz="1400" dirty="0">
              <a:latin typeface="Meiryo UI" panose="020B0604030504040204" pitchFamily="50" charset="-128"/>
              <a:ea typeface="Meiryo UI" panose="020B0604030504040204" pitchFamily="50" charset="-128"/>
            </a:endParaRPr>
          </a:p>
          <a:p>
            <a:r>
              <a:rPr lang="en" altLang="ja-JP" sz="1400" dirty="0">
                <a:latin typeface="Meiryo UI" panose="020B0604030504040204" pitchFamily="50" charset="-128"/>
                <a:ea typeface="Meiryo UI" panose="020B0604030504040204" pitchFamily="50" charset="-128"/>
              </a:rPr>
              <a:t>JSON files should be formatted as follows:</a:t>
            </a:r>
          </a:p>
          <a:p>
            <a:pPr marL="742950" lvl="1" indent="-285750">
              <a:buFont typeface="Arial" panose="020B0604020202020204" pitchFamily="34" charset="0"/>
              <a:buChar char="•"/>
            </a:pPr>
            <a:r>
              <a:rPr lang="en" altLang="en-US" sz="1400" dirty="0">
                <a:latin typeface="Meiryo UI" panose="020B0604030504040204" pitchFamily="50" charset="-128"/>
                <a:ea typeface="Meiryo UI" panose="020B0604030504040204" pitchFamily="50" charset="-128"/>
              </a:rPr>
              <a:t>Make the indentation 4 half-width spaces</a:t>
            </a:r>
            <a:endParaRPr lang="en-US" altLang="ja-JP" sz="14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en" altLang="en-US" sz="1400" dirty="0">
                <a:latin typeface="Meiryo UI" panose="020B0604030504040204" pitchFamily="50" charset="-128"/>
                <a:ea typeface="Meiryo UI" panose="020B0604030504040204" pitchFamily="50" charset="-128"/>
              </a:rPr>
              <a:t>Break a line on a key field</a:t>
            </a:r>
          </a:p>
        </p:txBody>
      </p:sp>
      <p:sp>
        <p:nvSpPr>
          <p:cNvPr id="7" name="正方形/長方形 6">
            <a:extLst>
              <a:ext uri="{FF2B5EF4-FFF2-40B4-BE49-F238E27FC236}">
                <a16:creationId xmlns:a16="http://schemas.microsoft.com/office/drawing/2014/main" id="{33D06885-24A1-CB6E-BD49-A8F55F80D427}"/>
              </a:ext>
            </a:extLst>
          </p:cNvPr>
          <p:cNvSpPr/>
          <p:nvPr/>
        </p:nvSpPr>
        <p:spPr>
          <a:xfrm>
            <a:off x="720063" y="3221542"/>
            <a:ext cx="3564396" cy="2232248"/>
          </a:xfrm>
          <a:prstGeom prst="rect">
            <a:avLst/>
          </a:prstGeom>
          <a:ln>
            <a:solidFill>
              <a:srgbClr val="7F7F7F"/>
            </a:solidFill>
          </a:ln>
        </p:spPr>
        <p:style>
          <a:lnRef idx="2">
            <a:schemeClr val="accent6"/>
          </a:lnRef>
          <a:fillRef idx="1">
            <a:schemeClr val="lt1"/>
          </a:fillRef>
          <a:effectRef idx="0">
            <a:schemeClr val="accent6"/>
          </a:effectRef>
          <a:fontRef idx="minor">
            <a:schemeClr val="dk1"/>
          </a:fontRef>
        </p:style>
        <p:txBody>
          <a:bodyPr rtlCol="0" anchor="ctr"/>
          <a:lstStyle/>
          <a:p>
            <a:r>
              <a:rPr lang="en" altLang="ja-JP" sz="1200" dirty="0">
                <a:latin typeface="Meiryo UI" panose="020B0604030504040204" pitchFamily="50" charset="-128"/>
                <a:ea typeface="Meiryo UI" panose="020B0604030504040204" pitchFamily="50" charset="-128"/>
              </a:rPr>
              <a:t>{</a:t>
            </a:r>
          </a:p>
          <a:p>
            <a:r>
              <a:rPr lang="en" altLang="ja-JP" sz="1200" dirty="0">
                <a:latin typeface="Meiryo UI" panose="020B0604030504040204" pitchFamily="50" charset="-128"/>
                <a:ea typeface="Meiryo UI" panose="020B0604030504040204" pitchFamily="50" charset="-128"/>
              </a:rPr>
              <a:t>    “BASEDATE_START”: “P_START_END”,</a:t>
            </a:r>
          </a:p>
          <a:p>
            <a:r>
              <a:rPr lang="en" altLang="ja-JP" sz="1200" dirty="0">
                <a:latin typeface="Meiryo UI" panose="020B0604030504040204" pitchFamily="50" charset="-128"/>
                <a:ea typeface="Meiryo UI" panose="020B0604030504040204" pitchFamily="50" charset="-128"/>
              </a:rPr>
              <a:t>    “report_size”:”100000000”,</a:t>
            </a:r>
          </a:p>
          <a:p>
            <a:r>
              <a:rPr lang="en" altLang="ja-JP" sz="1200" dirty="0">
                <a:latin typeface="Meiryo UI" panose="020B0604030504040204" pitchFamily="50" charset="-128"/>
                <a:ea typeface="Meiryo UI" panose="020B0604030504040204" pitchFamily="50" charset="-128"/>
              </a:rPr>
              <a:t>    “xxxxjob001”: {</a:t>
            </a:r>
          </a:p>
          <a:p>
            <a:r>
              <a:rPr lang="en" altLang="ja-JP" sz="1200" dirty="0">
                <a:latin typeface="Meiryo UI" panose="020B0604030504040204" pitchFamily="50" charset="-128"/>
                <a:ea typeface="Meiryo UI" panose="020B0604030504040204" pitchFamily="50" charset="-128"/>
              </a:rPr>
              <a:t>        “outbound_file”: “xxxx.csv”,</a:t>
            </a:r>
          </a:p>
          <a:p>
            <a:r>
              <a:rPr lang="en" altLang="ja-JP" sz="1200" dirty="0">
                <a:latin typeface="Meiryo UI" panose="020B0604030504040204" pitchFamily="50" charset="-128"/>
                <a:ea typeface="Meiryo UI" panose="020B0604030504040204" pitchFamily="50" charset="-128"/>
              </a:rPr>
              <a:t>        “reportparam_name”: [</a:t>
            </a:r>
          </a:p>
          <a:p>
            <a:r>
              <a:rPr lang="en" altLang="ja-JP" sz="1200" dirty="0">
                <a:latin typeface="Meiryo UI" panose="020B0604030504040204" pitchFamily="50" charset="-128"/>
                <a:ea typeface="Meiryo UI" panose="020B0604030504040204" pitchFamily="50" charset="-128"/>
              </a:rPr>
              <a:t>            “P_LEFGER_NAME, P_PARAM”</a:t>
            </a:r>
          </a:p>
          <a:p>
            <a:r>
              <a:rPr lang="en" altLang="ja-JP" sz="1200" dirty="0">
                <a:latin typeface="Meiryo UI" panose="020B0604030504040204" pitchFamily="50" charset="-128"/>
                <a:ea typeface="Meiryo UI" panose="020B0604030504040204" pitchFamily="50" charset="-128"/>
              </a:rPr>
              <a:t>        ]</a:t>
            </a:r>
          </a:p>
          <a:p>
            <a:r>
              <a:rPr lang="en" altLang="ja-JP" sz="1200" dirty="0">
                <a:latin typeface="Meiryo UI" panose="020B0604030504040204" pitchFamily="50" charset="-128"/>
                <a:ea typeface="Meiryo UI" panose="020B0604030504040204" pitchFamily="50" charset="-128"/>
              </a:rPr>
              <a:t>    }</a:t>
            </a:r>
          </a:p>
          <a:p>
            <a:r>
              <a:rPr lang="en" altLang="ja-JP" sz="1200" dirty="0">
                <a:latin typeface="Meiryo UI" panose="020B0604030504040204" pitchFamily="50" charset="-128"/>
                <a:ea typeface="Meiryo UI" panose="020B0604030504040204" pitchFamily="50" charset="-128"/>
              </a:rPr>
              <a:t>}</a:t>
            </a:r>
          </a:p>
        </p:txBody>
      </p:sp>
      <p:sp>
        <p:nvSpPr>
          <p:cNvPr id="8" name="テキスト ボックス 7">
            <a:extLst>
              <a:ext uri="{FF2B5EF4-FFF2-40B4-BE49-F238E27FC236}">
                <a16:creationId xmlns:a16="http://schemas.microsoft.com/office/drawing/2014/main" id="{F6B2C607-C893-A38C-41A3-A132F42AABFB}"/>
              </a:ext>
            </a:extLst>
          </p:cNvPr>
          <p:cNvSpPr txBox="1"/>
          <p:nvPr/>
        </p:nvSpPr>
        <p:spPr>
          <a:xfrm>
            <a:off x="720063" y="2913765"/>
            <a:ext cx="2598788" cy="307777"/>
          </a:xfrm>
          <a:prstGeom prst="rect">
            <a:avLst/>
          </a:prstGeom>
          <a:noFill/>
        </p:spPr>
        <p:txBody>
          <a:bodyPr wrap="none" rtlCol="0">
            <a:spAutoFit/>
          </a:bodyPr>
          <a:lstStyle/>
          <a:p>
            <a:r>
              <a:rPr kumimoji="1" lang="en" altLang="en-US" sz="1400" u="sng" dirty="0">
                <a:latin typeface="Meiryo UI" panose="020B0604030504040204" pitchFamily="50" charset="-128"/>
                <a:ea typeface="Meiryo UI" panose="020B0604030504040204" pitchFamily="50" charset="-128"/>
              </a:rPr>
              <a:t>Image described in the configuration file .json</a:t>
            </a:r>
          </a:p>
        </p:txBody>
      </p:sp>
      <p:sp>
        <p:nvSpPr>
          <p:cNvPr id="10" name="正方形/長方形 9">
            <a:extLst>
              <a:ext uri="{FF2B5EF4-FFF2-40B4-BE49-F238E27FC236}">
                <a16:creationId xmlns:a16="http://schemas.microsoft.com/office/drawing/2014/main" id="{2AAAB88E-E075-78A8-1022-7254F120EAF2}"/>
              </a:ext>
            </a:extLst>
          </p:cNvPr>
          <p:cNvSpPr/>
          <p:nvPr/>
        </p:nvSpPr>
        <p:spPr>
          <a:xfrm>
            <a:off x="720063" y="5658610"/>
            <a:ext cx="5472608" cy="648072"/>
          </a:xfrm>
          <a:prstGeom prst="rect">
            <a:avLst/>
          </a:prstGeom>
          <a:solidFill>
            <a:schemeClr val="bg1">
              <a:lumMod val="95000"/>
            </a:schemeClr>
          </a:solidFill>
          <a:ln>
            <a:solidFill>
              <a:srgbClr val="7F7F7F"/>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r>
              <a:rPr kumimoji="1" lang="en" altLang="en-US" sz="1200" dirty="0">
                <a:solidFill>
                  <a:schemeClr val="tx1"/>
                </a:solidFill>
                <a:latin typeface="Meiryo UI" panose="020B0604030504040204" pitchFamily="50" charset="-128"/>
                <a:ea typeface="Meiryo UI" panose="020B0604030504040204" pitchFamily="50" charset="-128"/>
              </a:rPr>
              <a:t>Reference URL</a:t>
            </a:r>
          </a:p>
          <a:p>
            <a:r>
              <a:rPr lang="en" altLang="ja-JP" sz="1200" u="sng" dirty="0">
                <a:solidFill>
                  <a:schemeClr val="tx1"/>
                </a:solidFill>
                <a:latin typeface="Meiryo UI" panose="020B0604030504040204" pitchFamily="50" charset="-128"/>
                <a:ea typeface="Meiryo UI" panose="020B0604030504040204" pitchFamily="50" charset="-128"/>
              </a:rPr>
              <a:t>https://gammasoft.jp/python/python-script-pattern/</a:t>
            </a:r>
          </a:p>
        </p:txBody>
      </p:sp>
    </p:spTree>
    <p:extLst>
      <p:ext uri="{BB962C8B-B14F-4D97-AF65-F5344CB8AC3E}">
        <p14:creationId xmlns:p14="http://schemas.microsoft.com/office/powerpoint/2010/main" val="1503730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80D03-7073-A0EC-03D2-0635546BEC23}"/>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68296478-BEBA-FEE7-5733-E201CC2B4917}"/>
              </a:ext>
            </a:extLst>
          </p:cNvPr>
          <p:cNvSpPr txBox="1"/>
          <p:nvPr/>
        </p:nvSpPr>
        <p:spPr>
          <a:xfrm>
            <a:off x="578120" y="352134"/>
            <a:ext cx="11023330" cy="523220"/>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 altLang="ja-JP" sz="2800" b="1" dirty="0">
                <a:solidFill>
                  <a:prstClr val="black"/>
                </a:solidFill>
                <a:latin typeface="Meiryo UI" panose="020B0604030504040204" pitchFamily="50" charset="-128"/>
                <a:ea typeface="Meiryo UI" panose="020B0604030504040204" pitchFamily="50" charset="-128"/>
                <a:cs typeface="Meiryo" charset="-128"/>
              </a:rPr>
              <a:t>13. Other Notes</a:t>
            </a:r>
            <a:endParaRPr kumimoji="1" lang="en-US" altLang="ja-JP" sz="28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charset="-128"/>
            </a:endParaRPr>
          </a:p>
        </p:txBody>
      </p:sp>
      <p:sp>
        <p:nvSpPr>
          <p:cNvPr id="3" name="スライド番号プレースホルダー 7">
            <a:extLst>
              <a:ext uri="{FF2B5EF4-FFF2-40B4-BE49-F238E27FC236}">
                <a16:creationId xmlns:a16="http://schemas.microsoft.com/office/drawing/2014/main" id="{335A0241-F726-708F-8CDE-61206A172F8D}"/>
              </a:ext>
            </a:extLst>
          </p:cNvPr>
          <p:cNvSpPr>
            <a:spLocks noGrp="1"/>
          </p:cNvSpPr>
          <p:nvPr>
            <p:ph type="sldNum" sz="quarter" idx="12"/>
          </p:nvPr>
        </p:nvSpPr>
        <p:spPr>
          <a:xfrm>
            <a:off x="11750040" y="6493510"/>
            <a:ext cx="40386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0C487-86B6-4AFA-BEA8-AE81FAACFD13}"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EB3BA053-177D-36E5-244D-7E45018FCC29}"/>
              </a:ext>
            </a:extLst>
          </p:cNvPr>
          <p:cNvSpPr txBox="1"/>
          <p:nvPr/>
        </p:nvSpPr>
        <p:spPr>
          <a:xfrm>
            <a:off x="578120" y="875354"/>
            <a:ext cx="10534247" cy="523220"/>
          </a:xfrm>
          <a:prstGeom prst="rect">
            <a:avLst/>
          </a:prstGeom>
          <a:noFill/>
        </p:spPr>
        <p:txBody>
          <a:bodyPr wrap="square" rtlCol="0">
            <a:spAutoFit/>
          </a:bodyPr>
          <a:lstStyle/>
          <a:p>
            <a:pPr marL="285750" indent="-285750">
              <a:buFont typeface="Arial" panose="020B0604020202020204" pitchFamily="34" charset="0"/>
              <a:buChar char="•"/>
            </a:pPr>
            <a:r>
              <a:rPr lang="en" altLang="en-US" sz="1400" dirty="0">
                <a:latin typeface="Meiryo UI" panose="020B0604030504040204" pitchFamily="50" charset="-128"/>
                <a:ea typeface="Meiryo UI" panose="020B0604030504040204" pitchFamily="50" charset="-128"/>
              </a:rPr>
              <a:t>"pass" is considered an unnecessary line in static code analysis (SonarQube, etc.) and is not used in principle because it may cause an error.</a:t>
            </a:r>
            <a:endParaRPr lang="en-US" altLang="ja-JP" sz="1400" dirty="0">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en" altLang="ja-JP" sz="1400" dirty="0">
                <a:latin typeface="Meiryo UI" panose="020B0604030504040204" pitchFamily="50" charset="-128"/>
                <a:ea typeface="Meiryo UI" panose="020B0604030504040204" pitchFamily="50" charset="-128"/>
              </a:rPr>
              <a:t>When outputting a report in BI Publisher, the RunReport method is not used.</a:t>
            </a:r>
          </a:p>
        </p:txBody>
      </p:sp>
    </p:spTree>
    <p:extLst>
      <p:ext uri="{BB962C8B-B14F-4D97-AF65-F5344CB8AC3E}">
        <p14:creationId xmlns:p14="http://schemas.microsoft.com/office/powerpoint/2010/main" val="2876697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23C3B-1E1F-C9EA-65FB-C981384C3AD1}"/>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47DE816-7D61-D928-6375-3047D05DC924}"/>
              </a:ext>
            </a:extLst>
          </p:cNvPr>
          <p:cNvSpPr>
            <a:spLocks noGrp="1"/>
          </p:cNvSpPr>
          <p:nvPr>
            <p:ph type="title"/>
          </p:nvPr>
        </p:nvSpPr>
        <p:spPr>
          <a:xfrm>
            <a:off x="334963" y="301627"/>
            <a:ext cx="9758225" cy="370402"/>
          </a:xfrm>
        </p:spPr>
        <p:txBody>
          <a:bodyPr/>
          <a:lstStyle/>
          <a:p>
            <a:r>
              <a:rPr kumimoji="1" lang="en" altLang="en-US" dirty="0"/>
              <a:t>Changelog</a:t>
            </a:r>
          </a:p>
        </p:txBody>
      </p:sp>
      <p:sp>
        <p:nvSpPr>
          <p:cNvPr id="4" name="スライド番号プレースホルダー 3">
            <a:extLst>
              <a:ext uri="{FF2B5EF4-FFF2-40B4-BE49-F238E27FC236}">
                <a16:creationId xmlns:a16="http://schemas.microsoft.com/office/drawing/2014/main" id="{BCF1E53F-0105-C278-9C46-461110010279}"/>
              </a:ext>
            </a:extLst>
          </p:cNvPr>
          <p:cNvSpPr>
            <a:spLocks noGrp="1"/>
          </p:cNvSpPr>
          <p:nvPr>
            <p:ph type="sldNum" sz="quarter" idx="16"/>
          </p:nvPr>
        </p:nvSpPr>
        <p:spPr/>
        <p:txBody>
          <a:bodyPr/>
          <a:lstStyle/>
          <a:p>
            <a:fld id="{19CA33DB-3EF7-0D48-8164-B05E3E6F1758}" type="slidenum">
              <a:rPr kumimoji="1" lang="ja-JP" altLang="en-US" smtClean="0"/>
              <a:pPr/>
              <a:t>22</a:t>
            </a:fld>
            <a:endParaRPr kumimoji="1" lang="ja-JP" altLang="en-US"/>
          </a:p>
        </p:txBody>
      </p:sp>
      <p:graphicFrame>
        <p:nvGraphicFramePr>
          <p:cNvPr id="5" name="Group 4">
            <a:extLst>
              <a:ext uri="{FF2B5EF4-FFF2-40B4-BE49-F238E27FC236}">
                <a16:creationId xmlns:a16="http://schemas.microsoft.com/office/drawing/2014/main" id="{8612BBDA-C8D0-6029-4D39-2D28B5C144F5}"/>
              </a:ext>
            </a:extLst>
          </p:cNvPr>
          <p:cNvGraphicFramePr>
            <a:graphicFrameLocks noGrp="1"/>
          </p:cNvGraphicFramePr>
          <p:nvPr>
            <p:extLst>
              <p:ext uri="{D42A27DB-BD31-4B8C-83A1-F6EECF244321}">
                <p14:modId xmlns:p14="http://schemas.microsoft.com/office/powerpoint/2010/main" val="3695201039"/>
              </p:ext>
            </p:extLst>
          </p:nvPr>
        </p:nvGraphicFramePr>
        <p:xfrm>
          <a:off x="412670" y="920019"/>
          <a:ext cx="10578418" cy="5075654"/>
        </p:xfrm>
        <a:graphic>
          <a:graphicData uri="http://schemas.openxmlformats.org/drawingml/2006/table">
            <a:tbl>
              <a:tblPr/>
              <a:tblGrid>
                <a:gridCol w="629746">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1620650191"/>
                    </a:ext>
                  </a:extLst>
                </a:gridCol>
                <a:gridCol w="2523744">
                  <a:extLst>
                    <a:ext uri="{9D8B030D-6E8A-4147-A177-3AD203B41FA5}">
                      <a16:colId xmlns:a16="http://schemas.microsoft.com/office/drawing/2014/main" val="2069227428"/>
                    </a:ext>
                  </a:extLst>
                </a:gridCol>
                <a:gridCol w="5321808">
                  <a:extLst>
                    <a:ext uri="{9D8B030D-6E8A-4147-A177-3AD203B41FA5}">
                      <a16:colId xmlns:a16="http://schemas.microsoft.com/office/drawing/2014/main" val="20002"/>
                    </a:ext>
                  </a:extLst>
                </a:gridCol>
              </a:tblGrid>
              <a:tr h="241974">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ctr" defTabSz="914400" rtl="0" eaLnBrk="1" fontAlgn="base" latinLnBrk="0" hangingPunct="1">
                        <a:lnSpc>
                          <a:spcPct val="100000"/>
                        </a:lnSpc>
                        <a:spcBef>
                          <a:spcPct val="0"/>
                        </a:spcBef>
                        <a:spcAft>
                          <a:spcPct val="0"/>
                        </a:spcAft>
                        <a:buClr>
                          <a:srgbClr val="000099"/>
                        </a:buClr>
                        <a:buSzTx/>
                        <a:buFontTx/>
                        <a:buNone/>
                        <a:tabLst/>
                      </a:pPr>
                      <a:r>
                        <a:rPr kumimoji="1" lang="en" altLang="en-US" sz="11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Versions</a:t>
                      </a: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rgbClr val="A6E6D1"/>
                    </a:solidFill>
                  </a:tcPr>
                </a:tc>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ctr" defTabSz="914400" rtl="0" eaLnBrk="1" fontAlgn="base" latinLnBrk="0" hangingPunct="1">
                        <a:lnSpc>
                          <a:spcPct val="100000"/>
                        </a:lnSpc>
                        <a:spcBef>
                          <a:spcPct val="0"/>
                        </a:spcBef>
                        <a:spcAft>
                          <a:spcPct val="0"/>
                        </a:spcAft>
                        <a:buClr>
                          <a:srgbClr val="000099"/>
                        </a:buClr>
                        <a:buSzTx/>
                        <a:buFontTx/>
                        <a:buNone/>
                        <a:tabLst/>
                      </a:pPr>
                      <a:r>
                        <a:rPr kumimoji="1" lang="en"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Modified Date</a:t>
                      </a: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rgbClr val="A6E6D1"/>
                    </a:solidFill>
                  </a:tcPr>
                </a:tc>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ctr" defTabSz="914400" rtl="0" eaLnBrk="1" fontAlgn="base" latinLnBrk="0" hangingPunct="1">
                        <a:lnSpc>
                          <a:spcPct val="100000"/>
                        </a:lnSpc>
                        <a:spcBef>
                          <a:spcPct val="0"/>
                        </a:spcBef>
                        <a:spcAft>
                          <a:spcPct val="0"/>
                        </a:spcAft>
                        <a:buClr>
                          <a:srgbClr val="000099"/>
                        </a:buClr>
                        <a:buSzTx/>
                        <a:buFontTx/>
                        <a:buNone/>
                        <a:tabLst/>
                      </a:pPr>
                      <a:r>
                        <a:rPr kumimoji="1" lang="en"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Created by/modified by</a:t>
                      </a: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rgbClr val="A6E6D1"/>
                    </a:solidFill>
                  </a:tcPr>
                </a:tc>
                <a:tc>
                  <a:txBody>
                    <a:bodyPr/>
                    <a:lstStyle/>
                    <a:p>
                      <a:pPr marL="0" marR="0" lvl="0" indent="0" algn="ctr" defTabSz="914400" rtl="0" eaLnBrk="1" fontAlgn="base" latinLnBrk="0" hangingPunct="1">
                        <a:lnSpc>
                          <a:spcPct val="100000"/>
                        </a:lnSpc>
                        <a:spcBef>
                          <a:spcPct val="0"/>
                        </a:spcBef>
                        <a:spcAft>
                          <a:spcPct val="0"/>
                        </a:spcAft>
                        <a:buClr>
                          <a:srgbClr val="000099"/>
                        </a:buClr>
                        <a:buSzTx/>
                        <a:buFontTx/>
                        <a:buNone/>
                        <a:tabLst/>
                      </a:pPr>
                      <a:r>
                        <a:rPr kumimoji="1" lang="en"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Changes</a:t>
                      </a: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rgbClr val="A6E6D1"/>
                    </a:solidFill>
                  </a:tcPr>
                </a:tc>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ctr" defTabSz="914400" rtl="0" eaLnBrk="1" fontAlgn="base" latinLnBrk="0" hangingPunct="1">
                        <a:lnSpc>
                          <a:spcPct val="100000"/>
                        </a:lnSpc>
                        <a:spcBef>
                          <a:spcPct val="0"/>
                        </a:spcBef>
                        <a:spcAft>
                          <a:spcPct val="0"/>
                        </a:spcAft>
                        <a:buClr>
                          <a:srgbClr val="000099"/>
                        </a:buClr>
                        <a:buSzTx/>
                        <a:buFontTx/>
                        <a:buNone/>
                        <a:tabLst/>
                      </a:pPr>
                      <a:r>
                        <a:rPr kumimoji="1" lang="en"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What's changed</a:t>
                      </a: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rgbClr val="A6E6D1"/>
                    </a:solidFill>
                  </a:tcPr>
                </a:tc>
                <a:extLst>
                  <a:ext uri="{0D108BD9-81ED-4DB2-BD59-A6C34878D82A}">
                    <a16:rowId xmlns:a16="http://schemas.microsoft.com/office/drawing/2014/main" val="10000"/>
                  </a:ext>
                </a:extLst>
              </a:tr>
              <a:tr h="293723">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r>
                        <a:rPr lang="en" altLang="ja-JP" sz="1100" b="0" i="0" u="none" strike="noStrike" cap="none" normalizeH="0" baseline="0" dirty="0">
                          <a:ln>
                            <a:noFill/>
                          </a:ln>
                          <a:solidFill>
                            <a:schemeClr val="tx1"/>
                          </a:solidFill>
                          <a:effectLst/>
                          <a:latin typeface="Meiryo UI"/>
                          <a:ea typeface="Meiryo UI"/>
                          <a:cs typeface="Meiryo UI" panose="020B0604030504040204" pitchFamily="50" charset="-128"/>
                        </a:rPr>
                        <a:t>1.00</a:t>
                      </a: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r>
                        <a:rPr kumimoji="1" lang="en"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2026/03/26</a:t>
                      </a: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r>
                        <a:rPr kumimoji="1" lang="en"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IBM Kanno</a:t>
                      </a: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r>
                        <a:rPr kumimoji="1" lang="en"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r>
                        <a:rPr kumimoji="1" lang="en"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First Edition Release</a:t>
                      </a: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3723">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defRPr/>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0529">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defRPr/>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3723">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3723">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3723">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defRPr/>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3723">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93723">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93723">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93723">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93723">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76921056"/>
                  </a:ext>
                </a:extLst>
              </a:tr>
              <a:tr h="293723">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4131406"/>
                  </a:ext>
                </a:extLst>
              </a:tr>
              <a:tr h="293723">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25148164"/>
                  </a:ext>
                </a:extLst>
              </a:tr>
              <a:tr h="293723">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88005203"/>
                  </a:ext>
                </a:extLst>
              </a:tr>
              <a:tr h="293723">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96604467"/>
                  </a:ext>
                </a:extLst>
              </a:tr>
              <a:tr h="293723">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a:buClr>
                          <a:srgbClr val="000099"/>
                        </a:buClr>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1pPr>
                      <a:lvl2pPr marL="230188">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2pPr>
                      <a:lvl3pPr marL="458788">
                        <a:buClr>
                          <a:schemeClr val="tx1"/>
                        </a:buClr>
                        <a:buFont typeface="Tahoma" panose="020B0604030504040204" pitchFamily="34" charset="0"/>
                        <a:defRPr kumimoji="1" sz="1600">
                          <a:solidFill>
                            <a:schemeClr val="tx1"/>
                          </a:solidFill>
                          <a:latin typeface="Arial" panose="020B0604020202020204" pitchFamily="34" charset="0"/>
                          <a:ea typeface="ＭＳ Ｐゴシック" panose="020B0600070205080204" pitchFamily="50" charset="-128"/>
                          <a:cs typeface="Tahoma" panose="020B0604030504040204" pitchFamily="34" charset="0"/>
                        </a:defRPr>
                      </a:lvl3pPr>
                      <a:lvl4pPr marL="684213">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4pPr>
                      <a:lvl5pPr marL="914400">
                        <a:spcBef>
                          <a:spcPct val="20000"/>
                        </a:spcBef>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5pPr>
                      <a:lvl6pPr marL="13716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6pPr>
                      <a:lvl7pPr marL="18288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7pPr>
                      <a:lvl8pPr marL="22860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8pPr>
                      <a:lvl9pPr marL="2743200" fontAlgn="base">
                        <a:spcBef>
                          <a:spcPct val="20000"/>
                        </a:spcBef>
                        <a:spcAft>
                          <a:spcPct val="0"/>
                        </a:spcAft>
                        <a:buClr>
                          <a:schemeClr val="tx1"/>
                        </a:buClr>
                        <a:buFont typeface="Arial" panose="020B0604020202020204" pitchFamily="34" charset="0"/>
                        <a:defRPr kumimoji="1" sz="1600">
                          <a:solidFill>
                            <a:schemeClr val="tx1"/>
                          </a:solidFill>
                          <a:latin typeface="Arial" panose="020B0604020202020204" pitchFamily="34" charset="0"/>
                          <a:ea typeface="ＭＳ Ｐゴシック" panose="020B0600070205080204" pitchFamily="50" charset="-128"/>
                          <a:cs typeface="HGP創英角ｺﾞｼｯｸUB" pitchFamily="50" charset="-128"/>
                        </a:defRPr>
                      </a:lvl9pPr>
                    </a:lstStyle>
                    <a:p>
                      <a:pPr marL="0" marR="0" lvl="0" indent="0" algn="l" defTabSz="914400" rtl="0" eaLnBrk="1" fontAlgn="base" latinLnBrk="0" hangingPunct="1">
                        <a:lnSpc>
                          <a:spcPct val="100000"/>
                        </a:lnSpc>
                        <a:spcBef>
                          <a:spcPct val="0"/>
                        </a:spcBef>
                        <a:spcAft>
                          <a:spcPct val="0"/>
                        </a:spcAft>
                        <a:buClr>
                          <a:srgbClr val="000099"/>
                        </a:buClr>
                        <a:buSzTx/>
                        <a:buFontTx/>
                        <a:buNone/>
                        <a:tabLst/>
                      </a:pP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40500" marR="13500" marT="27000" marB="2700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92108874"/>
                  </a:ext>
                </a:extLst>
              </a:tr>
            </a:tbl>
          </a:graphicData>
        </a:graphic>
      </p:graphicFrame>
    </p:spTree>
    <p:extLst>
      <p:ext uri="{BB962C8B-B14F-4D97-AF65-F5344CB8AC3E}">
        <p14:creationId xmlns:p14="http://schemas.microsoft.com/office/powerpoint/2010/main" val="278399648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3465C-08A9-1782-6EC5-01F34C56FDA8}"/>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5AD3FF2D-7DDA-2E7B-EEC2-1BB180811EF7}"/>
              </a:ext>
            </a:extLst>
          </p:cNvPr>
          <p:cNvSpPr>
            <a:spLocks noGrp="1"/>
          </p:cNvSpPr>
          <p:nvPr>
            <p:ph type="sldNum" sz="quarter" idx="16"/>
          </p:nvPr>
        </p:nvSpPr>
        <p:spPr/>
        <p:txBody>
          <a:bodyPr/>
          <a:lstStyle/>
          <a:p>
            <a:fld id="{19CA33DB-3EF7-0D48-8164-B05E3E6F1758}" type="slidenum">
              <a:rPr kumimoji="1" lang="ja-JP" altLang="en-US" smtClean="0"/>
              <a:pPr/>
              <a:t>23</a:t>
            </a:fld>
            <a:endParaRPr kumimoji="1" lang="ja-JP" altLang="en-US"/>
          </a:p>
        </p:txBody>
      </p:sp>
      <p:sp>
        <p:nvSpPr>
          <p:cNvPr id="5" name="テキスト ボックス 4">
            <a:extLst>
              <a:ext uri="{FF2B5EF4-FFF2-40B4-BE49-F238E27FC236}">
                <a16:creationId xmlns:a16="http://schemas.microsoft.com/office/drawing/2014/main" id="{E6799198-F982-E27A-D921-59237569564F}"/>
              </a:ext>
            </a:extLst>
          </p:cNvPr>
          <p:cNvSpPr txBox="1"/>
          <p:nvPr/>
        </p:nvSpPr>
        <p:spPr>
          <a:xfrm>
            <a:off x="436084" y="3262950"/>
            <a:ext cx="11420954" cy="584775"/>
          </a:xfrm>
          <a:prstGeom prst="rect">
            <a:avLst/>
          </a:prstGeom>
          <a:noFill/>
        </p:spPr>
        <p:txBody>
          <a:bodyPr wrap="square" rtlCol="0">
            <a:spAutoFit/>
          </a:bodyPr>
          <a:lstStyle/>
          <a:p>
            <a:pPr algn="ctr"/>
            <a:r>
              <a:rPr kumimoji="1" lang="en" altLang="ja-JP" sz="3200" dirty="0">
                <a:latin typeface="Meiryo UI" panose="020B0604030504040204" pitchFamily="34" charset="-128"/>
                <a:ea typeface="Meiryo UI" panose="020B0604030504040204" pitchFamily="34" charset="-128"/>
              </a:rPr>
              <a:t>End of File</a:t>
            </a:r>
            <a:endParaRPr kumimoji="1" lang="ja-JP" altLang="en-US" sz="320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604850938"/>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1.xml.rels><?xml version="1.0" encoding="UTF-8" standalone="yes"?>
<Relationships xmlns="http://schemas.openxmlformats.org/package/2006/relationships"><Relationship Id="rId1" Type="http://schemas.openxmlformats.org/officeDocument/2006/relationships/image" Target="../media/image1.emf"/></Relationships>
</file>

<file path=ppt/theme/_rels/theme2.xml.rels><?xml version="1.0" encoding="UTF-8" standalone="yes"?>
<Relationships xmlns="http://schemas.openxmlformats.org/package/2006/relationships"><Relationship Id="rId1" Type="http://schemas.openxmlformats.org/officeDocument/2006/relationships/image" Target="../media/image1.emf"/></Relationships>
</file>

<file path=ppt/theme/theme1.xml><?xml version="1.0" encoding="utf-8"?>
<a:theme xmlns:a="http://schemas.openxmlformats.org/drawingml/2006/main" name="2_Panasonic Automotive">
  <a:themeElements>
    <a:clrScheme name="Custom 1">
      <a:dk1>
        <a:sysClr val="windowText" lastClr="000000"/>
      </a:dk1>
      <a:lt1>
        <a:sysClr val="window" lastClr="FFFFFF"/>
      </a:lt1>
      <a:dk2>
        <a:srgbClr val="7D8791"/>
      </a:dk2>
      <a:lt2>
        <a:srgbClr val="D2D2D7"/>
      </a:lt2>
      <a:accent1>
        <a:srgbClr val="32AF87"/>
      </a:accent1>
      <a:accent2>
        <a:srgbClr val="5DC5EB"/>
      </a:accent2>
      <a:accent3>
        <a:srgbClr val="327855"/>
      </a:accent3>
      <a:accent4>
        <a:srgbClr val="0064C8"/>
      </a:accent4>
      <a:accent5>
        <a:srgbClr val="FADC41"/>
      </a:accent5>
      <a:accent6>
        <a:srgbClr val="FA3C4B"/>
      </a:accent6>
      <a:hlink>
        <a:srgbClr val="000000"/>
      </a:hlink>
      <a:folHlink>
        <a:srgbClr val="000000"/>
      </a:folHlink>
    </a:clrScheme>
    <a:fontScheme name="_Panasonic Meiryo UI">
      <a:majorFont>
        <a:latin typeface="Meiryo UI"/>
        <a:ea typeface="Meiryo UI"/>
        <a:cs typeface=""/>
      </a:majorFont>
      <a:minorFont>
        <a:latin typeface="Meiryo UI"/>
        <a:ea typeface="Meiryo UI"/>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0C0C0"/>
        </a:solidFill>
        <a:ln>
          <a:solidFill>
            <a:schemeClr val="accent1"/>
          </a:solidFill>
        </a:ln>
      </a:spPr>
      <a:bodyPr rot="0" spcFirstLastPara="0" vertOverflow="overflow" horzOverflow="overflow" vert="horz" wrap="square" lIns="144000" tIns="90000" rIns="144000" bIns="90000" numCol="1" spcCol="0" rtlCol="0" fromWordArt="0" anchor="ctr" anchorCtr="0" forceAA="0" compatLnSpc="1">
        <a:prstTxWarp prst="textNoShape">
          <a:avLst/>
        </a:prstTxWarp>
        <a:noAutofit/>
      </a:bodyPr>
      <a:lstStyle>
        <a:defPPr marL="361950" indent="-361950" algn="l">
          <a:buClr>
            <a:schemeClr val="accent1"/>
          </a:buClr>
          <a:buFontTx/>
          <a:buBlip>
            <a:blip xmlns:r="http://schemas.openxmlformats.org/officeDocument/2006/relationships" r:embed="rId1"/>
          </a:buBlip>
          <a:defRPr kumimoji="1" sz="20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361950" indent="-361950" algn="l">
          <a:buClr>
            <a:schemeClr val="accent1"/>
          </a:buClr>
          <a:buFontTx/>
          <a:buBlip>
            <a:blip xmlns:r="http://schemas.openxmlformats.org/officeDocument/2006/relationships" r:embed="rId1"/>
          </a:buBlip>
          <a:defRPr sz="2000" dirty="0" err="1" smtClean="0"/>
        </a:defPPr>
      </a:lstStyle>
    </a:txDef>
  </a:objectDefaults>
  <a:extraClrSchemeLst/>
  <a:extLst>
    <a:ext uri="{05A4C25C-085E-4340-85A3-A5531E510DB2}">
      <thm15:themeFamily xmlns:thm15="http://schemas.microsoft.com/office/thememl/2012/main" name="PA_TE0002-1_PowerPointShort_16x9.potx" id="{8C5795E2-6FDA-4B11-8E9C-8D2F7B07F135}" vid="{5D49A666-9997-4A9D-B4AC-A59928862823}"/>
    </a:ext>
  </a:extLst>
</a:theme>
</file>

<file path=ppt/theme/theme2.xml><?xml version="1.0" encoding="utf-8"?>
<a:theme xmlns:a="http://schemas.openxmlformats.org/drawingml/2006/main" name="1_Panasonic Automotive">
  <a:themeElements>
    <a:clrScheme name="Custom 1">
      <a:dk1>
        <a:sysClr val="windowText" lastClr="000000"/>
      </a:dk1>
      <a:lt1>
        <a:sysClr val="window" lastClr="FFFFFF"/>
      </a:lt1>
      <a:dk2>
        <a:srgbClr val="7D8791"/>
      </a:dk2>
      <a:lt2>
        <a:srgbClr val="D2D2D7"/>
      </a:lt2>
      <a:accent1>
        <a:srgbClr val="32AF87"/>
      </a:accent1>
      <a:accent2>
        <a:srgbClr val="5DC5EB"/>
      </a:accent2>
      <a:accent3>
        <a:srgbClr val="327855"/>
      </a:accent3>
      <a:accent4>
        <a:srgbClr val="0064C8"/>
      </a:accent4>
      <a:accent5>
        <a:srgbClr val="FADC41"/>
      </a:accent5>
      <a:accent6>
        <a:srgbClr val="FA3C4B"/>
      </a:accent6>
      <a:hlink>
        <a:srgbClr val="000000"/>
      </a:hlink>
      <a:folHlink>
        <a:srgbClr val="000000"/>
      </a:folHlink>
    </a:clrScheme>
    <a:fontScheme name="_Panasonic Meiryo UI">
      <a:majorFont>
        <a:latin typeface="Meiryo UI"/>
        <a:ea typeface="Meiryo UI"/>
        <a:cs typeface=""/>
      </a:majorFont>
      <a:minorFont>
        <a:latin typeface="Meiryo UI"/>
        <a:ea typeface="Meiryo UI"/>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0C0C0"/>
        </a:solidFill>
        <a:ln>
          <a:solidFill>
            <a:schemeClr val="accent1"/>
          </a:solidFill>
        </a:ln>
      </a:spPr>
      <a:bodyPr rot="0" spcFirstLastPara="0" vertOverflow="overflow" horzOverflow="overflow" vert="horz" wrap="square" lIns="144000" tIns="90000" rIns="144000" bIns="90000" numCol="1" spcCol="0" rtlCol="0" fromWordArt="0" anchor="ctr" anchorCtr="0" forceAA="0" compatLnSpc="1">
        <a:prstTxWarp prst="textNoShape">
          <a:avLst/>
        </a:prstTxWarp>
        <a:noAutofit/>
      </a:bodyPr>
      <a:lstStyle>
        <a:defPPr marL="361950" indent="-361950" algn="l">
          <a:buClr>
            <a:schemeClr val="accent1"/>
          </a:buClr>
          <a:buFontTx/>
          <a:buBlip>
            <a:blip xmlns:r="http://schemas.openxmlformats.org/officeDocument/2006/relationships" r:embed="rId1"/>
          </a:buBlip>
          <a:defRPr kumimoji="1" sz="20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361950" indent="-361950" algn="l">
          <a:buClr>
            <a:schemeClr val="accent1"/>
          </a:buClr>
          <a:buFontTx/>
          <a:buBlip>
            <a:blip xmlns:r="http://schemas.openxmlformats.org/officeDocument/2006/relationships" r:embed="rId1"/>
          </a:buBlip>
          <a:defRPr sz="2000" dirty="0" err="1" smtClean="0"/>
        </a:defPPr>
      </a:lstStyle>
    </a:txDef>
  </a:objectDefaults>
  <a:extraClrSchemeLst/>
  <a:extLst>
    <a:ext uri="{05A4C25C-085E-4340-85A3-A5531E510DB2}">
      <thm15:themeFamily xmlns:thm15="http://schemas.microsoft.com/office/thememl/2012/main" name="PA_TE0002-1_PowerPointShort_16x9.potx" id="{8C5795E2-6FDA-4B11-8E9C-8D2F7B07F135}" vid="{5D49A666-9997-4A9D-B4AC-A5992886282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7CE9063360994F9DD2C37EA7C351A6" ma:contentTypeVersion="3" ma:contentTypeDescription="Create a new document." ma:contentTypeScope="" ma:versionID="cf1f7c7ce3d68632796de02af911795e">
  <xsd:schema xmlns:xsd="http://www.w3.org/2001/XMLSchema" xmlns:xs="http://www.w3.org/2001/XMLSchema" xmlns:p="http://schemas.microsoft.com/office/2006/metadata/properties" xmlns:ns2="3df3fdac-f5e0-4449-997c-28a922af0ca6" targetNamespace="http://schemas.microsoft.com/office/2006/metadata/properties" ma:root="true" ma:fieldsID="f976d53b0a77defd80255b3e8428e1df" ns2:_="">
    <xsd:import namespace="3df3fdac-f5e0-4449-997c-28a922af0ca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f3fdac-f5e0-4449-997c-28a922af0c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0017960-EF7E-4CAC-953D-5D80E94258AE}">
  <ds:schemaRefs>
    <ds:schemaRef ds:uri="3df3fdac-f5e0-4449-997c-28a922af0ca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51D0F53D-5597-481F-BC27-CD7AFD945A41}">
  <ds:schemaRefs>
    <ds:schemaRef ds:uri="http://schemas.microsoft.com/sharepoint/v3/contenttype/forms"/>
  </ds:schemaRefs>
</ds:datastoreItem>
</file>

<file path=customXml/itemProps3.xml><?xml version="1.0" encoding="utf-8"?>
<ds:datastoreItem xmlns:ds="http://schemas.openxmlformats.org/officeDocument/2006/customXml" ds:itemID="{AD25899C-D2FE-4126-94D2-4E12040958C2}">
  <ds:schemaRefs>
    <ds:schemaRef ds:uri="http://purl.org/dc/terms/"/>
    <ds:schemaRef ds:uri="http://purl.org/dc/elements/1.1/"/>
    <ds:schemaRef ds:uri="http://purl.org/dc/dcmitype/"/>
    <ds:schemaRef ds:uri="http://schemas.microsoft.com/office/2006/documentManagement/types"/>
    <ds:schemaRef ds:uri="http://schemas.openxmlformats.org/package/2006/metadata/core-properties"/>
    <ds:schemaRef ds:uri="http://schemas.microsoft.com/office/2006/metadata/properties"/>
    <ds:schemaRef ds:uri="http://schemas.microsoft.com/office/infopath/2007/PartnerControls"/>
    <ds:schemaRef ds:uri="http://www.w3.org/XML/1998/namespace"/>
    <ds:schemaRef ds:uri="3df3fdac-f5e0-4449-997c-28a922af0ca6"/>
  </ds:schemaRefs>
</ds:datastoreItem>
</file>

<file path=docProps/app.xml><?xml version="1.0" encoding="utf-8"?>
<Properties xmlns="http://schemas.openxmlformats.org/officeDocument/2006/extended-properties" xmlns:vt="http://schemas.openxmlformats.org/officeDocument/2006/docPropsVTypes">
  <TotalTime>5721</TotalTime>
  <Words>2492</Words>
  <Application>Microsoft Office PowerPoint</Application>
  <PresentationFormat>ワイド画面</PresentationFormat>
  <Paragraphs>407</Paragraphs>
  <Slides>23</Slides>
  <Notes>16</Notes>
  <HiddenSlides>0</HiddenSlides>
  <MMClips>0</MMClips>
  <ScaleCrop>false</ScaleCrop>
  <HeadingPairs>
    <vt:vector size="8" baseType="variant">
      <vt:variant>
        <vt:lpstr>使用されているフォント</vt:lpstr>
      </vt:variant>
      <vt:variant>
        <vt:i4>7</vt:i4>
      </vt:variant>
      <vt:variant>
        <vt:lpstr>テーマ</vt:lpstr>
      </vt:variant>
      <vt:variant>
        <vt:i4>2</vt:i4>
      </vt:variant>
      <vt:variant>
        <vt:lpstr>埋め込まれた OLE サーバー</vt:lpstr>
      </vt:variant>
      <vt:variant>
        <vt:i4>1</vt:i4>
      </vt:variant>
      <vt:variant>
        <vt:lpstr>スライド タイトル</vt:lpstr>
      </vt:variant>
      <vt:variant>
        <vt:i4>23</vt:i4>
      </vt:variant>
    </vt:vector>
  </HeadingPairs>
  <TitlesOfParts>
    <vt:vector size="33" baseType="lpstr">
      <vt:lpstr>Meiryo UI</vt:lpstr>
      <vt:lpstr>ＭＳ ゴシック</vt:lpstr>
      <vt:lpstr>ＭＳ ゴシック</vt:lpstr>
      <vt:lpstr>Yu Gothic</vt:lpstr>
      <vt:lpstr>Aptos</vt:lpstr>
      <vt:lpstr>Arial</vt:lpstr>
      <vt:lpstr>Wingdings</vt:lpstr>
      <vt:lpstr>2_Panasonic Automotive</vt:lpstr>
      <vt:lpstr>1_Panasonic Automotive</vt:lpstr>
      <vt:lpstr>think-cell Slide</vt:lpstr>
      <vt:lpstr>ALFA Project  Design Phase/Oracle ERP Python Coding Conventions</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Changelog</vt:lpstr>
      <vt:lpstr>PowerPoint プレゼンテーション</vt:lpstr>
    </vt:vector>
  </TitlesOfParts>
  <Company>PricewaterhouseCoopers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XSAS - Financial Systems – Carve Out</dc:title>
  <dc:creator>Sumeet Arora (US)</dc:creator>
  <cp:lastModifiedBy>KANAKO SUZUKI</cp:lastModifiedBy>
  <cp:revision>196</cp:revision>
  <dcterms:created xsi:type="dcterms:W3CDTF">2025-05-16T03:29:14Z</dcterms:created>
  <dcterms:modified xsi:type="dcterms:W3CDTF">2026-04-01T00:26:22Z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0x010100837CE9063360994F9DD2C37EA7C351A6</vt:lpwstr>
  </property>
</Properties>
</file>